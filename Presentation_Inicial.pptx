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6"/>
  </p:notesMasterIdLst>
  <p:sldIdLst>
    <p:sldId id="276" r:id="rId3"/>
    <p:sldId id="301" r:id="rId4"/>
    <p:sldId id="264" r:id="rId5"/>
    <p:sldId id="257" r:id="rId7"/>
    <p:sldId id="273" r:id="rId8"/>
    <p:sldId id="290" r:id="rId9"/>
    <p:sldId id="291" r:id="rId10"/>
    <p:sldId id="314" r:id="rId11"/>
    <p:sldId id="260" r:id="rId12"/>
    <p:sldId id="261" r:id="rId13"/>
    <p:sldId id="262" r:id="rId14"/>
    <p:sldId id="263" r:id="rId15"/>
    <p:sldId id="299" r:id="rId16"/>
    <p:sldId id="277" r:id="rId17"/>
  </p:sldIdLst>
  <p:sldSz cx="12192000" cy="6858000"/>
  <p:notesSz cx="7103110" cy="10233660"/>
  <p:embeddedFontLst>
    <p:embeddedFont>
      <p:font typeface="Arial Black" charset="0"/>
      <p:regular r:id="rId2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888DD"/>
    <a:srgbClr val="4D7DDF"/>
    <a:srgbClr val="9FC1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p:cViewPr varScale="1">
        <p:scale>
          <a:sx n="100" d="100"/>
          <a:sy n="100" d="100"/>
        </p:scale>
        <p:origin x="0" y="0"/>
      </p:cViewPr>
      <p:guideLst>
        <p:guide orient="horz" pos="2150"/>
        <p:guide pos="3944"/>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notesMaster" Target="notesMasters/notesMaster1.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1" Type="http://schemas.openxmlformats.org/officeDocument/2006/relationships/font" Target="fonts/font1.fntdata"/><Relationship Id="rId20" Type="http://schemas.openxmlformats.org/officeDocument/2006/relationships/tableStyles" Target="tableStyles.xml"/><Relationship Id="rId2" Type="http://schemas.openxmlformats.org/officeDocument/2006/relationships/theme" Target="theme/theme1.xml"/><Relationship Id="rId19" Type="http://schemas.openxmlformats.org/officeDocument/2006/relationships/viewProps" Target="viewProps.xml"/><Relationship Id="rId18" Type="http://schemas.openxmlformats.org/officeDocument/2006/relationships/presProps" Target="presProps.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2" name="Shape 2"/>
        <p:cNvGrpSpPr/>
        <p:nvPr/>
      </p:nvGrpSpPr>
      <p:grpSpPr>
        <a:xfrm>
          <a:off x="0" y="0"/>
          <a:ext cx="0" cy="0"/>
          <a:chOff x="0" y="0"/>
          <a:chExt cx="0" cy="0"/>
        </a:xfrm>
      </p:grpSpPr>
      <p:sp>
        <p:nvSpPr>
          <p:cNvPr id="3" name="Google Shape;3;n"/>
          <p:cNvSpPr txBox="1"/>
          <p:nvPr>
            <p:ph type="hdr" idx="2"/>
          </p:nvPr>
        </p:nvSpPr>
        <p:spPr>
          <a:xfrm>
            <a:off x="0" y="0"/>
            <a:ext cx="3078163" cy="512763"/>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SimSun" panose="02010600030101010101" pitchFamily="2" charset="-122"/>
                <a:ea typeface="SimSun" panose="02010600030101010101" pitchFamily="2" charset="-122"/>
                <a:cs typeface="SimSun" panose="02010600030101010101" pitchFamily="2" charset="-122"/>
                <a:sym typeface="SimSun" panose="02010600030101010101" pitchFamily="2" charset="-122"/>
              </a:defRPr>
            </a:lvl1pPr>
            <a:lvl2pPr marR="0" lvl="1" algn="l" rtl="0">
              <a:spcBef>
                <a:spcPts val="0"/>
              </a:spcBef>
              <a:spcAft>
                <a:spcPts val="0"/>
              </a:spcAft>
              <a:buSzPts val="1400"/>
              <a:buNone/>
              <a:defRPr sz="1800" b="0" i="0" u="none" strike="noStrike" cap="none">
                <a:solidFill>
                  <a:schemeClr val="dk1"/>
                </a:solidFill>
                <a:latin typeface="SimSun" panose="02010600030101010101" pitchFamily="2" charset="-122"/>
                <a:ea typeface="SimSun" panose="02010600030101010101" pitchFamily="2" charset="-122"/>
                <a:cs typeface="SimSun" panose="02010600030101010101" pitchFamily="2" charset="-122"/>
                <a:sym typeface="SimSun" panose="02010600030101010101" pitchFamily="2" charset="-122"/>
              </a:defRPr>
            </a:lvl2pPr>
            <a:lvl3pPr marR="0" lvl="2" algn="l" rtl="0">
              <a:spcBef>
                <a:spcPts val="0"/>
              </a:spcBef>
              <a:spcAft>
                <a:spcPts val="0"/>
              </a:spcAft>
              <a:buSzPts val="1400"/>
              <a:buNone/>
              <a:defRPr sz="1800" b="0" i="0" u="none" strike="noStrike" cap="none">
                <a:solidFill>
                  <a:schemeClr val="dk1"/>
                </a:solidFill>
                <a:latin typeface="SimSun" panose="02010600030101010101" pitchFamily="2" charset="-122"/>
                <a:ea typeface="SimSun" panose="02010600030101010101" pitchFamily="2" charset="-122"/>
                <a:cs typeface="SimSun" panose="02010600030101010101" pitchFamily="2" charset="-122"/>
                <a:sym typeface="SimSun" panose="02010600030101010101" pitchFamily="2" charset="-122"/>
              </a:defRPr>
            </a:lvl3pPr>
            <a:lvl4pPr marR="0" lvl="3" algn="l" rtl="0">
              <a:spcBef>
                <a:spcPts val="0"/>
              </a:spcBef>
              <a:spcAft>
                <a:spcPts val="0"/>
              </a:spcAft>
              <a:buSzPts val="1400"/>
              <a:buNone/>
              <a:defRPr sz="1800" b="0" i="0" u="none" strike="noStrike" cap="none">
                <a:solidFill>
                  <a:schemeClr val="dk1"/>
                </a:solidFill>
                <a:latin typeface="SimSun" panose="02010600030101010101" pitchFamily="2" charset="-122"/>
                <a:ea typeface="SimSun" panose="02010600030101010101" pitchFamily="2" charset="-122"/>
                <a:cs typeface="SimSun" panose="02010600030101010101" pitchFamily="2" charset="-122"/>
                <a:sym typeface="SimSun" panose="02010600030101010101" pitchFamily="2" charset="-122"/>
              </a:defRPr>
            </a:lvl4pPr>
            <a:lvl5pPr marR="0" lvl="4" algn="l" rtl="0">
              <a:spcBef>
                <a:spcPts val="0"/>
              </a:spcBef>
              <a:spcAft>
                <a:spcPts val="0"/>
              </a:spcAft>
              <a:buSzPts val="1400"/>
              <a:buNone/>
              <a:defRPr sz="1800" b="0" i="0" u="none" strike="noStrike" cap="none">
                <a:solidFill>
                  <a:schemeClr val="dk1"/>
                </a:solidFill>
                <a:latin typeface="SimSun" panose="02010600030101010101" pitchFamily="2" charset="-122"/>
                <a:ea typeface="SimSun" panose="02010600030101010101" pitchFamily="2" charset="-122"/>
                <a:cs typeface="SimSun" panose="02010600030101010101" pitchFamily="2" charset="-122"/>
                <a:sym typeface="SimSun" panose="02010600030101010101" pitchFamily="2" charset="-122"/>
              </a:defRPr>
            </a:lvl5pPr>
            <a:lvl6pPr marR="0" lvl="5" algn="l" rtl="0">
              <a:spcBef>
                <a:spcPts val="0"/>
              </a:spcBef>
              <a:spcAft>
                <a:spcPts val="0"/>
              </a:spcAft>
              <a:buSzPts val="1400"/>
              <a:buNone/>
              <a:defRPr sz="1800" b="0" i="0" u="none" strike="noStrike" cap="none">
                <a:solidFill>
                  <a:schemeClr val="dk1"/>
                </a:solidFill>
                <a:latin typeface="SimSun" panose="02010600030101010101" pitchFamily="2" charset="-122"/>
                <a:ea typeface="SimSun" panose="02010600030101010101" pitchFamily="2" charset="-122"/>
                <a:cs typeface="SimSun" panose="02010600030101010101" pitchFamily="2" charset="-122"/>
                <a:sym typeface="SimSun" panose="02010600030101010101" pitchFamily="2" charset="-122"/>
              </a:defRPr>
            </a:lvl6pPr>
            <a:lvl7pPr marR="0" lvl="6" algn="l" rtl="0">
              <a:spcBef>
                <a:spcPts val="0"/>
              </a:spcBef>
              <a:spcAft>
                <a:spcPts val="0"/>
              </a:spcAft>
              <a:buSzPts val="1400"/>
              <a:buNone/>
              <a:defRPr sz="1800" b="0" i="0" u="none" strike="noStrike" cap="none">
                <a:solidFill>
                  <a:schemeClr val="dk1"/>
                </a:solidFill>
                <a:latin typeface="SimSun" panose="02010600030101010101" pitchFamily="2" charset="-122"/>
                <a:ea typeface="SimSun" panose="02010600030101010101" pitchFamily="2" charset="-122"/>
                <a:cs typeface="SimSun" panose="02010600030101010101" pitchFamily="2" charset="-122"/>
                <a:sym typeface="SimSun" panose="02010600030101010101" pitchFamily="2" charset="-122"/>
              </a:defRPr>
            </a:lvl7pPr>
            <a:lvl8pPr marR="0" lvl="7" algn="l" rtl="0">
              <a:spcBef>
                <a:spcPts val="0"/>
              </a:spcBef>
              <a:spcAft>
                <a:spcPts val="0"/>
              </a:spcAft>
              <a:buSzPts val="1400"/>
              <a:buNone/>
              <a:defRPr sz="1800" b="0" i="0" u="none" strike="noStrike" cap="none">
                <a:solidFill>
                  <a:schemeClr val="dk1"/>
                </a:solidFill>
                <a:latin typeface="SimSun" panose="02010600030101010101" pitchFamily="2" charset="-122"/>
                <a:ea typeface="SimSun" panose="02010600030101010101" pitchFamily="2" charset="-122"/>
                <a:cs typeface="SimSun" panose="02010600030101010101" pitchFamily="2" charset="-122"/>
                <a:sym typeface="SimSun" panose="02010600030101010101" pitchFamily="2" charset="-122"/>
              </a:defRPr>
            </a:lvl8pPr>
            <a:lvl9pPr marR="0" lvl="8" algn="l" rtl="0">
              <a:spcBef>
                <a:spcPts val="0"/>
              </a:spcBef>
              <a:spcAft>
                <a:spcPts val="0"/>
              </a:spcAft>
              <a:buSzPts val="1400"/>
              <a:buNone/>
              <a:defRPr sz="1800" b="0" i="0" u="none" strike="noStrike" cap="none">
                <a:solidFill>
                  <a:schemeClr val="dk1"/>
                </a:solidFill>
                <a:latin typeface="SimSun" panose="02010600030101010101" pitchFamily="2" charset="-122"/>
                <a:ea typeface="SimSun" panose="02010600030101010101" pitchFamily="2" charset="-122"/>
                <a:cs typeface="SimSun" panose="02010600030101010101" pitchFamily="2" charset="-122"/>
                <a:sym typeface="SimSun" panose="02010600030101010101" pitchFamily="2" charset="-122"/>
              </a:defRPr>
            </a:lvl9pPr>
          </a:lstStyle>
          <a:p/>
        </p:txBody>
      </p:sp>
      <p:sp>
        <p:nvSpPr>
          <p:cNvPr id="4" name="Google Shape;4;n"/>
          <p:cNvSpPr txBox="1"/>
          <p:nvPr>
            <p:ph type="dt" idx="10"/>
          </p:nvPr>
        </p:nvSpPr>
        <p:spPr>
          <a:xfrm>
            <a:off x="4024313" y="0"/>
            <a:ext cx="3078162" cy="512763"/>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SimSun" panose="02010600030101010101" pitchFamily="2" charset="-122"/>
                <a:ea typeface="SimSun" panose="02010600030101010101" pitchFamily="2" charset="-122"/>
                <a:cs typeface="SimSun" panose="02010600030101010101" pitchFamily="2" charset="-122"/>
                <a:sym typeface="SimSun" panose="02010600030101010101" pitchFamily="2" charset="-122"/>
              </a:defRPr>
            </a:lvl1pPr>
            <a:lvl2pPr marR="0" lvl="1" algn="l" rtl="0">
              <a:spcBef>
                <a:spcPts val="0"/>
              </a:spcBef>
              <a:spcAft>
                <a:spcPts val="0"/>
              </a:spcAft>
              <a:buSzPts val="1400"/>
              <a:buNone/>
              <a:defRPr sz="1800" b="0" i="0" u="none" strike="noStrike" cap="none">
                <a:solidFill>
                  <a:schemeClr val="dk1"/>
                </a:solidFill>
                <a:latin typeface="SimSun" panose="02010600030101010101" pitchFamily="2" charset="-122"/>
                <a:ea typeface="SimSun" panose="02010600030101010101" pitchFamily="2" charset="-122"/>
                <a:cs typeface="SimSun" panose="02010600030101010101" pitchFamily="2" charset="-122"/>
                <a:sym typeface="SimSun" panose="02010600030101010101" pitchFamily="2" charset="-122"/>
              </a:defRPr>
            </a:lvl2pPr>
            <a:lvl3pPr marR="0" lvl="2" algn="l" rtl="0">
              <a:spcBef>
                <a:spcPts val="0"/>
              </a:spcBef>
              <a:spcAft>
                <a:spcPts val="0"/>
              </a:spcAft>
              <a:buSzPts val="1400"/>
              <a:buNone/>
              <a:defRPr sz="1800" b="0" i="0" u="none" strike="noStrike" cap="none">
                <a:solidFill>
                  <a:schemeClr val="dk1"/>
                </a:solidFill>
                <a:latin typeface="SimSun" panose="02010600030101010101" pitchFamily="2" charset="-122"/>
                <a:ea typeface="SimSun" panose="02010600030101010101" pitchFamily="2" charset="-122"/>
                <a:cs typeface="SimSun" panose="02010600030101010101" pitchFamily="2" charset="-122"/>
                <a:sym typeface="SimSun" panose="02010600030101010101" pitchFamily="2" charset="-122"/>
              </a:defRPr>
            </a:lvl3pPr>
            <a:lvl4pPr marR="0" lvl="3" algn="l" rtl="0">
              <a:spcBef>
                <a:spcPts val="0"/>
              </a:spcBef>
              <a:spcAft>
                <a:spcPts val="0"/>
              </a:spcAft>
              <a:buSzPts val="1400"/>
              <a:buNone/>
              <a:defRPr sz="1800" b="0" i="0" u="none" strike="noStrike" cap="none">
                <a:solidFill>
                  <a:schemeClr val="dk1"/>
                </a:solidFill>
                <a:latin typeface="SimSun" panose="02010600030101010101" pitchFamily="2" charset="-122"/>
                <a:ea typeface="SimSun" panose="02010600030101010101" pitchFamily="2" charset="-122"/>
                <a:cs typeface="SimSun" panose="02010600030101010101" pitchFamily="2" charset="-122"/>
                <a:sym typeface="SimSun" panose="02010600030101010101" pitchFamily="2" charset="-122"/>
              </a:defRPr>
            </a:lvl4pPr>
            <a:lvl5pPr marR="0" lvl="4" algn="l" rtl="0">
              <a:spcBef>
                <a:spcPts val="0"/>
              </a:spcBef>
              <a:spcAft>
                <a:spcPts val="0"/>
              </a:spcAft>
              <a:buSzPts val="1400"/>
              <a:buNone/>
              <a:defRPr sz="1800" b="0" i="0" u="none" strike="noStrike" cap="none">
                <a:solidFill>
                  <a:schemeClr val="dk1"/>
                </a:solidFill>
                <a:latin typeface="SimSun" panose="02010600030101010101" pitchFamily="2" charset="-122"/>
                <a:ea typeface="SimSun" panose="02010600030101010101" pitchFamily="2" charset="-122"/>
                <a:cs typeface="SimSun" panose="02010600030101010101" pitchFamily="2" charset="-122"/>
                <a:sym typeface="SimSun" panose="02010600030101010101" pitchFamily="2" charset="-122"/>
              </a:defRPr>
            </a:lvl5pPr>
            <a:lvl6pPr marR="0" lvl="5" algn="l" rtl="0">
              <a:spcBef>
                <a:spcPts val="0"/>
              </a:spcBef>
              <a:spcAft>
                <a:spcPts val="0"/>
              </a:spcAft>
              <a:buSzPts val="1400"/>
              <a:buNone/>
              <a:defRPr sz="1800" b="0" i="0" u="none" strike="noStrike" cap="none">
                <a:solidFill>
                  <a:schemeClr val="dk1"/>
                </a:solidFill>
                <a:latin typeface="SimSun" panose="02010600030101010101" pitchFamily="2" charset="-122"/>
                <a:ea typeface="SimSun" panose="02010600030101010101" pitchFamily="2" charset="-122"/>
                <a:cs typeface="SimSun" panose="02010600030101010101" pitchFamily="2" charset="-122"/>
                <a:sym typeface="SimSun" panose="02010600030101010101" pitchFamily="2" charset="-122"/>
              </a:defRPr>
            </a:lvl6pPr>
            <a:lvl7pPr marR="0" lvl="6" algn="l" rtl="0">
              <a:spcBef>
                <a:spcPts val="0"/>
              </a:spcBef>
              <a:spcAft>
                <a:spcPts val="0"/>
              </a:spcAft>
              <a:buSzPts val="1400"/>
              <a:buNone/>
              <a:defRPr sz="1800" b="0" i="0" u="none" strike="noStrike" cap="none">
                <a:solidFill>
                  <a:schemeClr val="dk1"/>
                </a:solidFill>
                <a:latin typeface="SimSun" panose="02010600030101010101" pitchFamily="2" charset="-122"/>
                <a:ea typeface="SimSun" panose="02010600030101010101" pitchFamily="2" charset="-122"/>
                <a:cs typeface="SimSun" panose="02010600030101010101" pitchFamily="2" charset="-122"/>
                <a:sym typeface="SimSun" panose="02010600030101010101" pitchFamily="2" charset="-122"/>
              </a:defRPr>
            </a:lvl7pPr>
            <a:lvl8pPr marR="0" lvl="7" algn="l" rtl="0">
              <a:spcBef>
                <a:spcPts val="0"/>
              </a:spcBef>
              <a:spcAft>
                <a:spcPts val="0"/>
              </a:spcAft>
              <a:buSzPts val="1400"/>
              <a:buNone/>
              <a:defRPr sz="1800" b="0" i="0" u="none" strike="noStrike" cap="none">
                <a:solidFill>
                  <a:schemeClr val="dk1"/>
                </a:solidFill>
                <a:latin typeface="SimSun" panose="02010600030101010101" pitchFamily="2" charset="-122"/>
                <a:ea typeface="SimSun" panose="02010600030101010101" pitchFamily="2" charset="-122"/>
                <a:cs typeface="SimSun" panose="02010600030101010101" pitchFamily="2" charset="-122"/>
                <a:sym typeface="SimSun" panose="02010600030101010101" pitchFamily="2" charset="-122"/>
              </a:defRPr>
            </a:lvl8pPr>
            <a:lvl9pPr marR="0" lvl="8" algn="l" rtl="0">
              <a:spcBef>
                <a:spcPts val="0"/>
              </a:spcBef>
              <a:spcAft>
                <a:spcPts val="0"/>
              </a:spcAft>
              <a:buSzPts val="1400"/>
              <a:buNone/>
              <a:defRPr sz="1800" b="0" i="0" u="none" strike="noStrike" cap="none">
                <a:solidFill>
                  <a:schemeClr val="dk1"/>
                </a:solidFill>
                <a:latin typeface="SimSun" panose="02010600030101010101" pitchFamily="2" charset="-122"/>
                <a:ea typeface="SimSun" panose="02010600030101010101" pitchFamily="2" charset="-122"/>
                <a:cs typeface="SimSun" panose="02010600030101010101" pitchFamily="2" charset="-122"/>
                <a:sym typeface="SimSun" panose="02010600030101010101" pitchFamily="2" charset="-122"/>
              </a:defRPr>
            </a:lvl9pPr>
          </a:lstStyle>
          <a:p/>
        </p:txBody>
      </p:sp>
      <p:sp>
        <p:nvSpPr>
          <p:cNvPr id="5" name="Google Shape;5;n"/>
          <p:cNvSpPr/>
          <p:nvPr>
            <p:ph type="sldImg" idx="3"/>
          </p:nvPr>
        </p:nvSpPr>
        <p:spPr>
          <a:xfrm>
            <a:off x="482600" y="1279525"/>
            <a:ext cx="6140450" cy="34544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p:nvPr>
            <p:ph type="body" idx="1"/>
          </p:nvPr>
        </p:nvSpPr>
        <p:spPr>
          <a:xfrm>
            <a:off x="711200" y="4926013"/>
            <a:ext cx="5683250" cy="4029075"/>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SimSun" panose="02010600030101010101" pitchFamily="2" charset="-122"/>
                <a:ea typeface="SimSun" panose="02010600030101010101" pitchFamily="2" charset="-122"/>
                <a:cs typeface="SimSun" panose="02010600030101010101" pitchFamily="2" charset="-122"/>
                <a:sym typeface="SimSun" panose="02010600030101010101" pitchFamily="2" charset="-122"/>
              </a:defRPr>
            </a:lvl1pPr>
            <a:lvl2pPr marL="914400" marR="0" lvl="1" indent="-228600" algn="l" rtl="0">
              <a:spcBef>
                <a:spcPts val="0"/>
              </a:spcBef>
              <a:spcAft>
                <a:spcPts val="0"/>
              </a:spcAft>
              <a:buSzPts val="1400"/>
              <a:buNone/>
              <a:defRPr sz="1200" b="0" i="0" u="none" strike="noStrike" cap="none">
                <a:solidFill>
                  <a:schemeClr val="dk1"/>
                </a:solidFill>
                <a:latin typeface="SimSun" panose="02010600030101010101" pitchFamily="2" charset="-122"/>
                <a:ea typeface="SimSun" panose="02010600030101010101" pitchFamily="2" charset="-122"/>
                <a:cs typeface="SimSun" panose="02010600030101010101" pitchFamily="2" charset="-122"/>
                <a:sym typeface="SimSun" panose="02010600030101010101" pitchFamily="2" charset="-122"/>
              </a:defRPr>
            </a:lvl2pPr>
            <a:lvl3pPr marL="1371600" marR="0" lvl="2" indent="-228600" algn="l" rtl="0">
              <a:spcBef>
                <a:spcPts val="0"/>
              </a:spcBef>
              <a:spcAft>
                <a:spcPts val="0"/>
              </a:spcAft>
              <a:buSzPts val="1400"/>
              <a:buNone/>
              <a:defRPr sz="1200" b="0" i="0" u="none" strike="noStrike" cap="none">
                <a:solidFill>
                  <a:schemeClr val="dk1"/>
                </a:solidFill>
                <a:latin typeface="SimSun" panose="02010600030101010101" pitchFamily="2" charset="-122"/>
                <a:ea typeface="SimSun" panose="02010600030101010101" pitchFamily="2" charset="-122"/>
                <a:cs typeface="SimSun" panose="02010600030101010101" pitchFamily="2" charset="-122"/>
                <a:sym typeface="SimSun" panose="02010600030101010101" pitchFamily="2" charset="-122"/>
              </a:defRPr>
            </a:lvl3pPr>
            <a:lvl4pPr marL="1828800" marR="0" lvl="3" indent="-228600" algn="l" rtl="0">
              <a:spcBef>
                <a:spcPts val="0"/>
              </a:spcBef>
              <a:spcAft>
                <a:spcPts val="0"/>
              </a:spcAft>
              <a:buSzPts val="1400"/>
              <a:buNone/>
              <a:defRPr sz="1200" b="0" i="0" u="none" strike="noStrike" cap="none">
                <a:solidFill>
                  <a:schemeClr val="dk1"/>
                </a:solidFill>
                <a:latin typeface="SimSun" panose="02010600030101010101" pitchFamily="2" charset="-122"/>
                <a:ea typeface="SimSun" panose="02010600030101010101" pitchFamily="2" charset="-122"/>
                <a:cs typeface="SimSun" panose="02010600030101010101" pitchFamily="2" charset="-122"/>
                <a:sym typeface="SimSun" panose="02010600030101010101" pitchFamily="2" charset="-122"/>
              </a:defRPr>
            </a:lvl4pPr>
            <a:lvl5pPr marL="2286000" marR="0" lvl="4" indent="-228600" algn="l" rtl="0">
              <a:spcBef>
                <a:spcPts val="0"/>
              </a:spcBef>
              <a:spcAft>
                <a:spcPts val="0"/>
              </a:spcAft>
              <a:buSzPts val="1400"/>
              <a:buNone/>
              <a:defRPr sz="1200" b="0" i="0" u="none" strike="noStrike" cap="none">
                <a:solidFill>
                  <a:schemeClr val="dk1"/>
                </a:solidFill>
                <a:latin typeface="SimSun" panose="02010600030101010101" pitchFamily="2" charset="-122"/>
                <a:ea typeface="SimSun" panose="02010600030101010101" pitchFamily="2" charset="-122"/>
                <a:cs typeface="SimSun" panose="02010600030101010101" pitchFamily="2" charset="-122"/>
                <a:sym typeface="SimSun" panose="02010600030101010101" pitchFamily="2" charset="-122"/>
              </a:defRPr>
            </a:lvl5pPr>
            <a:lvl6pPr marL="2743200" marR="0" lvl="5" indent="-228600" algn="l" rtl="0">
              <a:spcBef>
                <a:spcPts val="0"/>
              </a:spcBef>
              <a:spcAft>
                <a:spcPts val="0"/>
              </a:spcAft>
              <a:buSzPts val="1400"/>
              <a:buNone/>
              <a:defRPr sz="1200" b="0" i="0" u="none" strike="noStrike" cap="none">
                <a:solidFill>
                  <a:schemeClr val="dk1"/>
                </a:solidFill>
                <a:latin typeface="SimSun" panose="02010600030101010101" pitchFamily="2" charset="-122"/>
                <a:ea typeface="SimSun" panose="02010600030101010101" pitchFamily="2" charset="-122"/>
                <a:cs typeface="SimSun" panose="02010600030101010101" pitchFamily="2" charset="-122"/>
                <a:sym typeface="SimSun" panose="02010600030101010101" pitchFamily="2" charset="-122"/>
              </a:defRPr>
            </a:lvl6pPr>
            <a:lvl7pPr marL="3200400" marR="0" lvl="6" indent="-228600" algn="l" rtl="0">
              <a:spcBef>
                <a:spcPts val="0"/>
              </a:spcBef>
              <a:spcAft>
                <a:spcPts val="0"/>
              </a:spcAft>
              <a:buSzPts val="1400"/>
              <a:buNone/>
              <a:defRPr sz="1200" b="0" i="0" u="none" strike="noStrike" cap="none">
                <a:solidFill>
                  <a:schemeClr val="dk1"/>
                </a:solidFill>
                <a:latin typeface="SimSun" panose="02010600030101010101" pitchFamily="2" charset="-122"/>
                <a:ea typeface="SimSun" panose="02010600030101010101" pitchFamily="2" charset="-122"/>
                <a:cs typeface="SimSun" panose="02010600030101010101" pitchFamily="2" charset="-122"/>
                <a:sym typeface="SimSun" panose="02010600030101010101" pitchFamily="2" charset="-122"/>
              </a:defRPr>
            </a:lvl7pPr>
            <a:lvl8pPr marL="3657600" marR="0" lvl="7" indent="-228600" algn="l" rtl="0">
              <a:spcBef>
                <a:spcPts val="0"/>
              </a:spcBef>
              <a:spcAft>
                <a:spcPts val="0"/>
              </a:spcAft>
              <a:buSzPts val="1400"/>
              <a:buNone/>
              <a:defRPr sz="1200" b="0" i="0" u="none" strike="noStrike" cap="none">
                <a:solidFill>
                  <a:schemeClr val="dk1"/>
                </a:solidFill>
                <a:latin typeface="SimSun" panose="02010600030101010101" pitchFamily="2" charset="-122"/>
                <a:ea typeface="SimSun" panose="02010600030101010101" pitchFamily="2" charset="-122"/>
                <a:cs typeface="SimSun" panose="02010600030101010101" pitchFamily="2" charset="-122"/>
                <a:sym typeface="SimSun" panose="02010600030101010101" pitchFamily="2" charset="-122"/>
              </a:defRPr>
            </a:lvl8pPr>
            <a:lvl9pPr marL="4114800" marR="0" lvl="8" indent="-228600" algn="l" rtl="0">
              <a:spcBef>
                <a:spcPts val="0"/>
              </a:spcBef>
              <a:spcAft>
                <a:spcPts val="0"/>
              </a:spcAft>
              <a:buSzPts val="1400"/>
              <a:buNone/>
              <a:defRPr sz="1200" b="0" i="0" u="none" strike="noStrike" cap="none">
                <a:solidFill>
                  <a:schemeClr val="dk1"/>
                </a:solidFill>
                <a:latin typeface="SimSun" panose="02010600030101010101" pitchFamily="2" charset="-122"/>
                <a:ea typeface="SimSun" panose="02010600030101010101" pitchFamily="2" charset="-122"/>
                <a:cs typeface="SimSun" panose="02010600030101010101" pitchFamily="2" charset="-122"/>
                <a:sym typeface="SimSun" panose="02010600030101010101" pitchFamily="2" charset="-122"/>
              </a:defRPr>
            </a:lvl9pPr>
          </a:lstStyle>
          <a:p/>
        </p:txBody>
      </p:sp>
      <p:sp>
        <p:nvSpPr>
          <p:cNvPr id="7" name="Google Shape;7;n"/>
          <p:cNvSpPr txBox="1"/>
          <p:nvPr>
            <p:ph type="ftr" idx="11"/>
          </p:nvPr>
        </p:nvSpPr>
        <p:spPr>
          <a:xfrm>
            <a:off x="0" y="9721850"/>
            <a:ext cx="3078163" cy="512763"/>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SimSun" panose="02010600030101010101" pitchFamily="2" charset="-122"/>
                <a:ea typeface="SimSun" panose="02010600030101010101" pitchFamily="2" charset="-122"/>
                <a:cs typeface="SimSun" panose="02010600030101010101" pitchFamily="2" charset="-122"/>
                <a:sym typeface="SimSun" panose="02010600030101010101" pitchFamily="2" charset="-122"/>
              </a:defRPr>
            </a:lvl1pPr>
            <a:lvl2pPr marR="0" lvl="1" algn="l" rtl="0">
              <a:spcBef>
                <a:spcPts val="0"/>
              </a:spcBef>
              <a:spcAft>
                <a:spcPts val="0"/>
              </a:spcAft>
              <a:buSzPts val="1400"/>
              <a:buNone/>
              <a:defRPr sz="1800" b="0" i="0" u="none" strike="noStrike" cap="none">
                <a:solidFill>
                  <a:schemeClr val="dk1"/>
                </a:solidFill>
                <a:latin typeface="SimSun" panose="02010600030101010101" pitchFamily="2" charset="-122"/>
                <a:ea typeface="SimSun" panose="02010600030101010101" pitchFamily="2" charset="-122"/>
                <a:cs typeface="SimSun" panose="02010600030101010101" pitchFamily="2" charset="-122"/>
                <a:sym typeface="SimSun" panose="02010600030101010101" pitchFamily="2" charset="-122"/>
              </a:defRPr>
            </a:lvl2pPr>
            <a:lvl3pPr marR="0" lvl="2" algn="l" rtl="0">
              <a:spcBef>
                <a:spcPts val="0"/>
              </a:spcBef>
              <a:spcAft>
                <a:spcPts val="0"/>
              </a:spcAft>
              <a:buSzPts val="1400"/>
              <a:buNone/>
              <a:defRPr sz="1800" b="0" i="0" u="none" strike="noStrike" cap="none">
                <a:solidFill>
                  <a:schemeClr val="dk1"/>
                </a:solidFill>
                <a:latin typeface="SimSun" panose="02010600030101010101" pitchFamily="2" charset="-122"/>
                <a:ea typeface="SimSun" panose="02010600030101010101" pitchFamily="2" charset="-122"/>
                <a:cs typeface="SimSun" panose="02010600030101010101" pitchFamily="2" charset="-122"/>
                <a:sym typeface="SimSun" panose="02010600030101010101" pitchFamily="2" charset="-122"/>
              </a:defRPr>
            </a:lvl3pPr>
            <a:lvl4pPr marR="0" lvl="3" algn="l" rtl="0">
              <a:spcBef>
                <a:spcPts val="0"/>
              </a:spcBef>
              <a:spcAft>
                <a:spcPts val="0"/>
              </a:spcAft>
              <a:buSzPts val="1400"/>
              <a:buNone/>
              <a:defRPr sz="1800" b="0" i="0" u="none" strike="noStrike" cap="none">
                <a:solidFill>
                  <a:schemeClr val="dk1"/>
                </a:solidFill>
                <a:latin typeface="SimSun" panose="02010600030101010101" pitchFamily="2" charset="-122"/>
                <a:ea typeface="SimSun" panose="02010600030101010101" pitchFamily="2" charset="-122"/>
                <a:cs typeface="SimSun" panose="02010600030101010101" pitchFamily="2" charset="-122"/>
                <a:sym typeface="SimSun" panose="02010600030101010101" pitchFamily="2" charset="-122"/>
              </a:defRPr>
            </a:lvl4pPr>
            <a:lvl5pPr marR="0" lvl="4" algn="l" rtl="0">
              <a:spcBef>
                <a:spcPts val="0"/>
              </a:spcBef>
              <a:spcAft>
                <a:spcPts val="0"/>
              </a:spcAft>
              <a:buSzPts val="1400"/>
              <a:buNone/>
              <a:defRPr sz="1800" b="0" i="0" u="none" strike="noStrike" cap="none">
                <a:solidFill>
                  <a:schemeClr val="dk1"/>
                </a:solidFill>
                <a:latin typeface="SimSun" panose="02010600030101010101" pitchFamily="2" charset="-122"/>
                <a:ea typeface="SimSun" panose="02010600030101010101" pitchFamily="2" charset="-122"/>
                <a:cs typeface="SimSun" panose="02010600030101010101" pitchFamily="2" charset="-122"/>
                <a:sym typeface="SimSun" panose="02010600030101010101" pitchFamily="2" charset="-122"/>
              </a:defRPr>
            </a:lvl5pPr>
            <a:lvl6pPr marR="0" lvl="5" algn="l" rtl="0">
              <a:spcBef>
                <a:spcPts val="0"/>
              </a:spcBef>
              <a:spcAft>
                <a:spcPts val="0"/>
              </a:spcAft>
              <a:buSzPts val="1400"/>
              <a:buNone/>
              <a:defRPr sz="1800" b="0" i="0" u="none" strike="noStrike" cap="none">
                <a:solidFill>
                  <a:schemeClr val="dk1"/>
                </a:solidFill>
                <a:latin typeface="SimSun" panose="02010600030101010101" pitchFamily="2" charset="-122"/>
                <a:ea typeface="SimSun" panose="02010600030101010101" pitchFamily="2" charset="-122"/>
                <a:cs typeface="SimSun" panose="02010600030101010101" pitchFamily="2" charset="-122"/>
                <a:sym typeface="SimSun" panose="02010600030101010101" pitchFamily="2" charset="-122"/>
              </a:defRPr>
            </a:lvl6pPr>
            <a:lvl7pPr marR="0" lvl="6" algn="l" rtl="0">
              <a:spcBef>
                <a:spcPts val="0"/>
              </a:spcBef>
              <a:spcAft>
                <a:spcPts val="0"/>
              </a:spcAft>
              <a:buSzPts val="1400"/>
              <a:buNone/>
              <a:defRPr sz="1800" b="0" i="0" u="none" strike="noStrike" cap="none">
                <a:solidFill>
                  <a:schemeClr val="dk1"/>
                </a:solidFill>
                <a:latin typeface="SimSun" panose="02010600030101010101" pitchFamily="2" charset="-122"/>
                <a:ea typeface="SimSun" panose="02010600030101010101" pitchFamily="2" charset="-122"/>
                <a:cs typeface="SimSun" panose="02010600030101010101" pitchFamily="2" charset="-122"/>
                <a:sym typeface="SimSun" panose="02010600030101010101" pitchFamily="2" charset="-122"/>
              </a:defRPr>
            </a:lvl7pPr>
            <a:lvl8pPr marR="0" lvl="7" algn="l" rtl="0">
              <a:spcBef>
                <a:spcPts val="0"/>
              </a:spcBef>
              <a:spcAft>
                <a:spcPts val="0"/>
              </a:spcAft>
              <a:buSzPts val="1400"/>
              <a:buNone/>
              <a:defRPr sz="1800" b="0" i="0" u="none" strike="noStrike" cap="none">
                <a:solidFill>
                  <a:schemeClr val="dk1"/>
                </a:solidFill>
                <a:latin typeface="SimSun" panose="02010600030101010101" pitchFamily="2" charset="-122"/>
                <a:ea typeface="SimSun" panose="02010600030101010101" pitchFamily="2" charset="-122"/>
                <a:cs typeface="SimSun" panose="02010600030101010101" pitchFamily="2" charset="-122"/>
                <a:sym typeface="SimSun" panose="02010600030101010101" pitchFamily="2" charset="-122"/>
              </a:defRPr>
            </a:lvl8pPr>
            <a:lvl9pPr marR="0" lvl="8" algn="l" rtl="0">
              <a:spcBef>
                <a:spcPts val="0"/>
              </a:spcBef>
              <a:spcAft>
                <a:spcPts val="0"/>
              </a:spcAft>
              <a:buSzPts val="1400"/>
              <a:buNone/>
              <a:defRPr sz="1800" b="0" i="0" u="none" strike="noStrike" cap="none">
                <a:solidFill>
                  <a:schemeClr val="dk1"/>
                </a:solidFill>
                <a:latin typeface="SimSun" panose="02010600030101010101" pitchFamily="2" charset="-122"/>
                <a:ea typeface="SimSun" panose="02010600030101010101" pitchFamily="2" charset="-122"/>
                <a:cs typeface="SimSun" panose="02010600030101010101" pitchFamily="2" charset="-122"/>
                <a:sym typeface="SimSun" panose="02010600030101010101" pitchFamily="2" charset="-122"/>
              </a:defRPr>
            </a:lvl9pPr>
          </a:lstStyle>
          <a:p/>
        </p:txBody>
      </p:sp>
      <p:sp>
        <p:nvSpPr>
          <p:cNvPr id="8" name="Google Shape;8;n"/>
          <p:cNvSpPr txBox="1"/>
          <p:nvPr>
            <p:ph type="sldNum" idx="12"/>
          </p:nvPr>
        </p:nvSpPr>
        <p:spPr>
          <a:xfrm>
            <a:off x="4024313" y="9721850"/>
            <a:ext cx="3078162" cy="512763"/>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SimSun" panose="02010600030101010101" pitchFamily="2" charset="-122"/>
                <a:ea typeface="SimSun" panose="02010600030101010101" pitchFamily="2" charset="-122"/>
                <a:cs typeface="SimSun" panose="02010600030101010101" pitchFamily="2" charset="-122"/>
                <a:sym typeface="SimSun" panose="02010600030101010101" pitchFamily="2" charset="-122"/>
              </a:rPr>
            </a:fld>
            <a:endParaRPr sz="1200" b="0" i="0" u="none" strike="noStrike" cap="none">
              <a:solidFill>
                <a:schemeClr val="dk1"/>
              </a:solidFill>
              <a:latin typeface="SimSun" panose="02010600030101010101" pitchFamily="2" charset="-122"/>
              <a:ea typeface="SimSun" panose="02010600030101010101" pitchFamily="2" charset="-122"/>
              <a:cs typeface="SimSun" panose="02010600030101010101" pitchFamily="2" charset="-122"/>
              <a:sym typeface="SimSun" panose="02010600030101010101" pitchFamily="2" charset="-122"/>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10" name="Shape 110"/>
        <p:cNvGrpSpPr/>
        <p:nvPr/>
      </p:nvGrpSpPr>
      <p:grpSpPr>
        <a:xfrm>
          <a:off x="0" y="0"/>
          <a:ext cx="0" cy="0"/>
          <a:chOff x="0" y="0"/>
          <a:chExt cx="0" cy="0"/>
        </a:xfrm>
      </p:grpSpPr>
      <p:sp>
        <p:nvSpPr>
          <p:cNvPr id="111" name="Google Shape;111;p5:notes"/>
          <p:cNvSpPr txBox="1"/>
          <p:nvPr>
            <p:ph type="body" idx="1"/>
          </p:nvPr>
        </p:nvSpPr>
        <p:spPr>
          <a:xfrm>
            <a:off x="711200" y="4926013"/>
            <a:ext cx="5683250" cy="4029075"/>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12" name="Google Shape;112;p5:notes"/>
          <p:cNvSpPr/>
          <p:nvPr>
            <p:ph type="sldImg" idx="2"/>
          </p:nvPr>
        </p:nvSpPr>
        <p:spPr>
          <a:xfrm>
            <a:off x="482600" y="1279525"/>
            <a:ext cx="6140450" cy="34544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84" name="Shape 84"/>
        <p:cNvGrpSpPr/>
        <p:nvPr/>
      </p:nvGrpSpPr>
      <p:grpSpPr>
        <a:xfrm>
          <a:off x="0" y="0"/>
          <a:ext cx="0" cy="0"/>
          <a:chOff x="0" y="0"/>
          <a:chExt cx="0" cy="0"/>
        </a:xfrm>
      </p:grpSpPr>
      <p:sp>
        <p:nvSpPr>
          <p:cNvPr id="85" name="Google Shape;85;p4:notes"/>
          <p:cNvSpPr txBox="1"/>
          <p:nvPr>
            <p:ph type="body" idx="1"/>
          </p:nvPr>
        </p:nvSpPr>
        <p:spPr>
          <a:xfrm>
            <a:off x="711200" y="4926013"/>
            <a:ext cx="5683250" cy="4029075"/>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86" name="Google Shape;86;p4:notes"/>
          <p:cNvSpPr/>
          <p:nvPr>
            <p:ph type="sldImg" idx="2"/>
          </p:nvPr>
        </p:nvSpPr>
        <p:spPr>
          <a:xfrm>
            <a:off x="482600" y="1279525"/>
            <a:ext cx="6140450" cy="34544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10" name="Shape 110"/>
        <p:cNvGrpSpPr/>
        <p:nvPr/>
      </p:nvGrpSpPr>
      <p:grpSpPr>
        <a:xfrm>
          <a:off x="0" y="0"/>
          <a:ext cx="0" cy="0"/>
          <a:chOff x="0" y="0"/>
          <a:chExt cx="0" cy="0"/>
        </a:xfrm>
      </p:grpSpPr>
      <p:sp>
        <p:nvSpPr>
          <p:cNvPr id="111" name="Google Shape;111;p5:notes"/>
          <p:cNvSpPr txBox="1"/>
          <p:nvPr>
            <p:ph type="body" idx="1"/>
          </p:nvPr>
        </p:nvSpPr>
        <p:spPr>
          <a:xfrm>
            <a:off x="711200" y="4926013"/>
            <a:ext cx="5683250" cy="4029075"/>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12" name="Google Shape;112;p5:notes"/>
          <p:cNvSpPr/>
          <p:nvPr>
            <p:ph type="sldImg" idx="2"/>
          </p:nvPr>
        </p:nvSpPr>
        <p:spPr>
          <a:xfrm>
            <a:off x="482600" y="1279525"/>
            <a:ext cx="6140450" cy="34544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10" name="Shape 110"/>
        <p:cNvGrpSpPr/>
        <p:nvPr/>
      </p:nvGrpSpPr>
      <p:grpSpPr>
        <a:xfrm>
          <a:off x="0" y="0"/>
          <a:ext cx="0" cy="0"/>
          <a:chOff x="0" y="0"/>
          <a:chExt cx="0" cy="0"/>
        </a:xfrm>
      </p:grpSpPr>
      <p:sp>
        <p:nvSpPr>
          <p:cNvPr id="111" name="Google Shape;111;p5:notes"/>
          <p:cNvSpPr txBox="1"/>
          <p:nvPr>
            <p:ph type="body" idx="1"/>
          </p:nvPr>
        </p:nvSpPr>
        <p:spPr>
          <a:xfrm>
            <a:off x="711200" y="4926013"/>
            <a:ext cx="5683250" cy="4029075"/>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12" name="Google Shape;112;p5:notes"/>
          <p:cNvSpPr/>
          <p:nvPr>
            <p:ph type="sldImg" idx="2"/>
          </p:nvPr>
        </p:nvSpPr>
        <p:spPr>
          <a:xfrm>
            <a:off x="482600" y="1279525"/>
            <a:ext cx="6140450" cy="34544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10" name="Shape 110"/>
        <p:cNvGrpSpPr/>
        <p:nvPr/>
      </p:nvGrpSpPr>
      <p:grpSpPr>
        <a:xfrm>
          <a:off x="0" y="0"/>
          <a:ext cx="0" cy="0"/>
          <a:chOff x="0" y="0"/>
          <a:chExt cx="0" cy="0"/>
        </a:xfrm>
      </p:grpSpPr>
      <p:sp>
        <p:nvSpPr>
          <p:cNvPr id="111" name="Google Shape;111;p5:notes"/>
          <p:cNvSpPr txBox="1"/>
          <p:nvPr>
            <p:ph type="body" idx="1"/>
          </p:nvPr>
        </p:nvSpPr>
        <p:spPr>
          <a:xfrm>
            <a:off x="711200" y="4926013"/>
            <a:ext cx="5683250" cy="4029075"/>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12" name="Google Shape;112;p5:notes"/>
          <p:cNvSpPr/>
          <p:nvPr>
            <p:ph type="sldImg" idx="2"/>
          </p:nvPr>
        </p:nvSpPr>
        <p:spPr>
          <a:xfrm>
            <a:off x="482600" y="1279525"/>
            <a:ext cx="6140450" cy="34544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25" name="Shape 125"/>
        <p:cNvGrpSpPr/>
        <p:nvPr/>
      </p:nvGrpSpPr>
      <p:grpSpPr>
        <a:xfrm>
          <a:off x="0" y="0"/>
          <a:ext cx="0" cy="0"/>
          <a:chOff x="0" y="0"/>
          <a:chExt cx="0" cy="0"/>
        </a:xfrm>
      </p:grpSpPr>
      <p:sp>
        <p:nvSpPr>
          <p:cNvPr id="126" name="Google Shape;126;p7:notes"/>
          <p:cNvSpPr txBox="1"/>
          <p:nvPr>
            <p:ph type="body" idx="1"/>
          </p:nvPr>
        </p:nvSpPr>
        <p:spPr>
          <a:xfrm>
            <a:off x="711200" y="4926013"/>
            <a:ext cx="5683250" cy="4029075"/>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27" name="Google Shape;127;p7:notes"/>
          <p:cNvSpPr/>
          <p:nvPr>
            <p:ph type="sldImg" idx="2"/>
          </p:nvPr>
        </p:nvSpPr>
        <p:spPr>
          <a:xfrm>
            <a:off x="482600" y="1279525"/>
            <a:ext cx="6140450" cy="34544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34" name="Shape 134"/>
        <p:cNvGrpSpPr/>
        <p:nvPr/>
      </p:nvGrpSpPr>
      <p:grpSpPr>
        <a:xfrm>
          <a:off x="0" y="0"/>
          <a:ext cx="0" cy="0"/>
          <a:chOff x="0" y="0"/>
          <a:chExt cx="0" cy="0"/>
        </a:xfrm>
      </p:grpSpPr>
      <p:sp>
        <p:nvSpPr>
          <p:cNvPr id="135" name="Google Shape;135;p8:notes"/>
          <p:cNvSpPr txBox="1"/>
          <p:nvPr>
            <p:ph type="body" idx="1"/>
          </p:nvPr>
        </p:nvSpPr>
        <p:spPr>
          <a:xfrm>
            <a:off x="711200" y="4926013"/>
            <a:ext cx="5683250" cy="4029075"/>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36" name="Google Shape;136;p8:notes"/>
          <p:cNvSpPr/>
          <p:nvPr>
            <p:ph type="sldImg" idx="2"/>
          </p:nvPr>
        </p:nvSpPr>
        <p:spPr>
          <a:xfrm>
            <a:off x="482600" y="1279525"/>
            <a:ext cx="6140450" cy="34544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42" name="Shape 142"/>
        <p:cNvGrpSpPr/>
        <p:nvPr/>
      </p:nvGrpSpPr>
      <p:grpSpPr>
        <a:xfrm>
          <a:off x="0" y="0"/>
          <a:ext cx="0" cy="0"/>
          <a:chOff x="0" y="0"/>
          <a:chExt cx="0" cy="0"/>
        </a:xfrm>
      </p:grpSpPr>
      <p:sp>
        <p:nvSpPr>
          <p:cNvPr id="143" name="Google Shape;143;p9:notes"/>
          <p:cNvSpPr txBox="1"/>
          <p:nvPr>
            <p:ph type="body" idx="1"/>
          </p:nvPr>
        </p:nvSpPr>
        <p:spPr>
          <a:xfrm>
            <a:off x="711200" y="4926013"/>
            <a:ext cx="5683250" cy="4029075"/>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44" name="Google Shape;144;p9:notes"/>
          <p:cNvSpPr/>
          <p:nvPr>
            <p:ph type="sldImg" idx="2"/>
          </p:nvPr>
        </p:nvSpPr>
        <p:spPr>
          <a:xfrm>
            <a:off x="482600" y="1279525"/>
            <a:ext cx="6140450" cy="34544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51" name="Shape 151"/>
        <p:cNvGrpSpPr/>
        <p:nvPr/>
      </p:nvGrpSpPr>
      <p:grpSpPr>
        <a:xfrm>
          <a:off x="0" y="0"/>
          <a:ext cx="0" cy="0"/>
          <a:chOff x="0" y="0"/>
          <a:chExt cx="0" cy="0"/>
        </a:xfrm>
      </p:grpSpPr>
      <p:sp>
        <p:nvSpPr>
          <p:cNvPr id="152" name="Google Shape;152;p10:notes"/>
          <p:cNvSpPr txBox="1"/>
          <p:nvPr>
            <p:ph type="body" idx="1"/>
          </p:nvPr>
        </p:nvSpPr>
        <p:spPr>
          <a:xfrm>
            <a:off x="711200" y="4926013"/>
            <a:ext cx="5683250" cy="4029075"/>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53" name="Google Shape;153;p10:notes"/>
          <p:cNvSpPr/>
          <p:nvPr>
            <p:ph type="sldImg" idx="2"/>
          </p:nvPr>
        </p:nvSpPr>
        <p:spPr>
          <a:xfrm>
            <a:off x="482600" y="1279525"/>
            <a:ext cx="6140450" cy="34544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51" name="Shape 151"/>
        <p:cNvGrpSpPr/>
        <p:nvPr/>
      </p:nvGrpSpPr>
      <p:grpSpPr>
        <a:xfrm>
          <a:off x="0" y="0"/>
          <a:ext cx="0" cy="0"/>
          <a:chOff x="0" y="0"/>
          <a:chExt cx="0" cy="0"/>
        </a:xfrm>
      </p:grpSpPr>
      <p:sp>
        <p:nvSpPr>
          <p:cNvPr id="152" name="Google Shape;152;p10:notes"/>
          <p:cNvSpPr txBox="1"/>
          <p:nvPr>
            <p:ph type="body" idx="1"/>
          </p:nvPr>
        </p:nvSpPr>
        <p:spPr>
          <a:xfrm>
            <a:off x="711200" y="4926013"/>
            <a:ext cx="5683250" cy="4029075"/>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53" name="Google Shape;153;p10:notes"/>
          <p:cNvSpPr/>
          <p:nvPr>
            <p:ph type="sldImg" idx="2"/>
          </p:nvPr>
        </p:nvSpPr>
        <p:spPr>
          <a:xfrm>
            <a:off x="482600" y="1279525"/>
            <a:ext cx="6140450" cy="34544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3"/>
          </p:nvPr>
        </p:nvSpPr>
        <p:spPr/>
      </p:sp>
      <p:sp>
        <p:nvSpPr>
          <p:cNvPr id="3" name="Text Placeholder 2"/>
          <p:cNvSpPr/>
          <p:nvPr>
            <p:ph type="body" idx="1"/>
          </p:nvPr>
        </p:nvSpPr>
        <p:spPr/>
        <p:txBody>
          <a:bodyPr/>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bg>
      <p:bgPr>
        <a:solidFill>
          <a:schemeClr val="bg1"/>
        </a:solidFill>
        <a:effectLst/>
      </p:bgPr>
    </p:bg>
    <p:spTree>
      <p:nvGrpSpPr>
        <p:cNvPr id="1" name=""/>
        <p:cNvGrpSpPr/>
        <p:nvPr/>
      </p:nvGrpSpPr>
      <p:grpSpPr>
        <a:xfrm>
          <a:off x="0" y="0"/>
          <a:ext cx="0" cy="0"/>
          <a:chOff x="0" y="0"/>
          <a:chExt cx="0" cy="0"/>
        </a:xfrm>
      </p:grpSpPr>
      <p:pic>
        <p:nvPicPr>
          <p:cNvPr id="2050" name="Picture 2"/>
          <p:cNvPicPr>
            <a:picLocks noChangeAspect="1"/>
          </p:cNvPicPr>
          <p:nvPr/>
        </p:nvPicPr>
        <p:blipFill>
          <a:blip r:embed="rId2"/>
          <a:stretch>
            <a:fillRect/>
          </a:stretch>
        </p:blipFill>
        <p:spPr>
          <a:xfrm>
            <a:off x="0" y="0"/>
            <a:ext cx="12208933" cy="6858000"/>
          </a:xfrm>
          <a:prstGeom prst="rect">
            <a:avLst/>
          </a:prstGeom>
          <a:noFill/>
          <a:ln w="9525">
            <a:noFill/>
          </a:ln>
        </p:spPr>
      </p:pic>
      <p:sp>
        <p:nvSpPr>
          <p:cNvPr id="2051" name="Rectangle 3"/>
          <p:cNvSpPr>
            <a:spLocks noGrp="1" noChangeArrowheads="1"/>
          </p:cNvSpPr>
          <p:nvPr>
            <p:ph type="ctrTitle"/>
          </p:nvPr>
        </p:nvSpPr>
        <p:spPr>
          <a:xfrm>
            <a:off x="624417" y="1196975"/>
            <a:ext cx="10943167" cy="1082675"/>
          </a:xfrm>
        </p:spPr>
        <p:txBody>
          <a:bodyPr/>
          <a:lstStyle>
            <a:lvl1pPr algn="ctr">
              <a:defRPr>
                <a:solidFill>
                  <a:schemeClr val="bg1"/>
                </a:solidFill>
              </a:defRPr>
            </a:lvl1pPr>
          </a:lstStyle>
          <a:p>
            <a:pPr lvl="0"/>
            <a:r>
              <a:rPr lang="en-US" altLang="zh-CN" noProof="0" smtClean="0"/>
              <a:t>Click to edit Master title style</a:t>
            </a:r>
            <a:endParaRPr lang="en-US" altLang="zh-CN" noProof="0" smtClean="0"/>
          </a:p>
        </p:txBody>
      </p:sp>
      <p:sp>
        <p:nvSpPr>
          <p:cNvPr id="2052" name="Rectangle 4"/>
          <p:cNvSpPr>
            <a:spLocks noGrp="1" noChangeArrowheads="1"/>
          </p:cNvSpPr>
          <p:nvPr>
            <p:ph type="subTitle" idx="1"/>
          </p:nvPr>
        </p:nvSpPr>
        <p:spPr>
          <a:xfrm>
            <a:off x="626533" y="2422525"/>
            <a:ext cx="10949517" cy="1752600"/>
          </a:xfrm>
        </p:spPr>
        <p:txBody>
          <a:bodyPr/>
          <a:lstStyle>
            <a:lvl1pPr marL="0" indent="0" algn="ctr">
              <a:buFontTx/>
              <a:buNone/>
              <a:defRPr>
                <a:solidFill>
                  <a:schemeClr val="bg1"/>
                </a:solidFill>
              </a:defRPr>
            </a:lvl1pPr>
          </a:lstStyle>
          <a:p>
            <a:pPr lvl="0"/>
            <a:r>
              <a:rPr lang="en-US" altLang="zh-CN" noProof="0" smtClean="0"/>
              <a:t>Click to edit Master subtitle style</a:t>
            </a:r>
            <a:endParaRPr lang="en-US" altLang="zh-CN" noProof="0" smtClean="0"/>
          </a:p>
        </p:txBody>
      </p:sp>
      <p:sp>
        <p:nvSpPr>
          <p:cNvPr id="9" name="Rectangle 5"/>
          <p:cNvSpPr>
            <a:spLocks noGrp="1" noChangeArrowheads="1"/>
          </p:cNvSpPr>
          <p:nvPr>
            <p:ph type="dt" sz="half" idx="2"/>
          </p:nvPr>
        </p:nvSpPr>
        <p:spPr bwMode="auto">
          <a:xfrm>
            <a:off x="609600" y="6245225"/>
            <a:ext cx="2844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p:txBody>
      </p:sp>
      <p:sp>
        <p:nvSpPr>
          <p:cNvPr id="10" name="Rectangle 6"/>
          <p:cNvSpPr>
            <a:spLocks noGrp="1" noChangeArrowheads="1"/>
          </p:cNvSpPr>
          <p:nvPr>
            <p:ph type="ftr" sz="quarter" idx="3"/>
          </p:nvPr>
        </p:nvSpPr>
        <p:spPr bwMode="auto">
          <a:xfrm>
            <a:off x="4165600" y="6245225"/>
            <a:ext cx="3860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p:txBody>
      </p:sp>
      <p:sp>
        <p:nvSpPr>
          <p:cNvPr id="11" name="Rectangle 7"/>
          <p:cNvSpPr>
            <a:spLocks noGrp="1" noChangeArrowheads="1"/>
          </p:cNvSpPr>
          <p:nvPr>
            <p:ph type="sldNum" sz="quarter" idx="4"/>
          </p:nvPr>
        </p:nvSpPr>
        <p:spPr bwMode="auto">
          <a:xfrm>
            <a:off x="8737600" y="6245225"/>
            <a:ext cx="2844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p:txBody>
      </p:sp>
      <p:sp>
        <p:nvSpPr>
          <p:cNvPr id="5" name="Footer Placeholder 4"/>
          <p:cNvSpPr>
            <a:spLocks noGrp="1"/>
          </p:cNvSpPr>
          <p:nvPr>
            <p:ph type="ftr" sz="quarter" idx="11"/>
          </p:nvPr>
        </p:nvSpPr>
        <p:spPr/>
        <p:txBody>
          <a:bodyPr/>
          <a:p/>
        </p:txBody>
      </p:sp>
      <p:sp>
        <p:nvSpPr>
          <p:cNvPr id="6" name="Slide Number Placeholder 5"/>
          <p:cNvSpPr>
            <a:spLocks noGrp="1"/>
          </p:cNvSpPr>
          <p:nvPr>
            <p:ph type="sldNum" sz="quarter" idx="12"/>
          </p:nvPr>
        </p:nvSpPr>
        <p:spPr/>
        <p:txBody>
          <a:bodyPr/>
          <a:p>
            <a:pPr marL="0" lvl="0" indent="0" algn="r" rtl="0">
              <a:spcBef>
                <a:spcPts val="0"/>
              </a:spcBef>
              <a:spcAft>
                <a:spcPts val="0"/>
              </a:spcAft>
              <a:buNone/>
            </a:pPr>
            <a:fld id="{00000000-1234-1234-1234-123412341234}" type="slidenum">
              <a:rPr lang="en-US"/>
            </a:fld>
            <a:endParaRPr lang="en-US"/>
          </a:p>
        </p:txBody>
      </p:sp>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1" y="4589463"/>
            <a:ext cx="105156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p/>
        </p:txBody>
      </p:sp>
      <p:sp>
        <p:nvSpPr>
          <p:cNvPr id="5" name="Footer Placeholder 4"/>
          <p:cNvSpPr>
            <a:spLocks noGrp="1"/>
          </p:cNvSpPr>
          <p:nvPr>
            <p:ph type="ftr" sz="quarter" idx="11"/>
          </p:nvPr>
        </p:nvSpPr>
        <p:spPr/>
        <p:txBody>
          <a:bodyPr/>
          <a:p/>
        </p:txBody>
      </p:sp>
      <p:sp>
        <p:nvSpPr>
          <p:cNvPr id="6" name="Slide Number Placeholder 5"/>
          <p:cNvSpPr>
            <a:spLocks noGrp="1"/>
          </p:cNvSpPr>
          <p:nvPr>
            <p:ph type="sldNum" sz="quarter" idx="12"/>
          </p:nvPr>
        </p:nvSpPr>
        <p:spPr/>
        <p:txBody>
          <a:bodyPr/>
          <a:p>
            <a:pPr marL="0" lvl="0" indent="0" algn="r" rtl="0">
              <a:spcBef>
                <a:spcPts val="0"/>
              </a:spcBef>
              <a:spcAft>
                <a:spcPts val="0"/>
              </a:spcAft>
              <a:buNone/>
            </a:pPr>
            <a:fld id="{00000000-1234-1234-1234-123412341234}" type="slidenum">
              <a:rPr lang="en-US"/>
            </a:fld>
            <a:endParaRPr lang="en-US"/>
          </a:p>
        </p:txBody>
      </p:sp>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09600" y="1174750"/>
            <a:ext cx="5384800" cy="4953000"/>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97600" y="1174750"/>
            <a:ext cx="5384800" cy="4953000"/>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p/>
        </p:txBody>
      </p:sp>
      <p:sp>
        <p:nvSpPr>
          <p:cNvPr id="6" name="Footer Placeholder 5"/>
          <p:cNvSpPr>
            <a:spLocks noGrp="1"/>
          </p:cNvSpPr>
          <p:nvPr>
            <p:ph type="ftr" sz="quarter" idx="11"/>
          </p:nvPr>
        </p:nvSpPr>
        <p:spPr/>
        <p:txBody>
          <a:bodyPr/>
          <a:p/>
        </p:txBody>
      </p:sp>
      <p:sp>
        <p:nvSpPr>
          <p:cNvPr id="7" name="Slide Number Placeholder 6"/>
          <p:cNvSpPr>
            <a:spLocks noGrp="1"/>
          </p:cNvSpPr>
          <p:nvPr>
            <p:ph type="sldNum" sz="quarter" idx="12"/>
          </p:nvPr>
        </p:nvSpPr>
        <p:spPr/>
        <p:txBody>
          <a:bodyPr/>
          <a:p>
            <a:pPr marL="0" lvl="0" indent="0" algn="r" rtl="0">
              <a:spcBef>
                <a:spcPts val="0"/>
              </a:spcBef>
              <a:spcAft>
                <a:spcPts val="0"/>
              </a:spcAft>
              <a:buNone/>
            </a:pPr>
            <a:fld id="{00000000-1234-1234-1234-123412341234}" type="slidenum">
              <a:rPr lang="en-US"/>
            </a:fld>
            <a:endParaRPr lang="en-US"/>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40317"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40317" y="1681163"/>
            <a:ext cx="515831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40317" y="2505075"/>
            <a:ext cx="5158316"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71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71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p/>
        </p:txBody>
      </p:sp>
      <p:sp>
        <p:nvSpPr>
          <p:cNvPr id="8" name="Footer Placeholder 7"/>
          <p:cNvSpPr>
            <a:spLocks noGrp="1"/>
          </p:cNvSpPr>
          <p:nvPr>
            <p:ph type="ftr" sz="quarter" idx="11"/>
          </p:nvPr>
        </p:nvSpPr>
        <p:spPr/>
        <p:txBody>
          <a:bodyPr/>
          <a:p/>
        </p:txBody>
      </p:sp>
      <p:sp>
        <p:nvSpPr>
          <p:cNvPr id="9" name="Slide Number Placeholder 8"/>
          <p:cNvSpPr>
            <a:spLocks noGrp="1"/>
          </p:cNvSpPr>
          <p:nvPr>
            <p:ph type="sldNum" sz="quarter" idx="12"/>
          </p:nvPr>
        </p:nvSpPr>
        <p:spPr/>
        <p:txBody>
          <a:bodyPr/>
          <a:p>
            <a:pPr marL="0" lvl="0" indent="0" algn="r" rtl="0">
              <a:spcBef>
                <a:spcPts val="0"/>
              </a:spcBef>
              <a:spcAft>
                <a:spcPts val="0"/>
              </a:spcAft>
              <a:buNone/>
            </a:pPr>
            <a:fld id="{00000000-1234-1234-1234-123412341234}" type="slidenum">
              <a:rPr lang="en-US"/>
            </a:fld>
            <a:endParaRPr lang="en-US"/>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p/>
        </p:txBody>
      </p:sp>
      <p:sp>
        <p:nvSpPr>
          <p:cNvPr id="4" name="Footer Placeholder 3"/>
          <p:cNvSpPr>
            <a:spLocks noGrp="1"/>
          </p:cNvSpPr>
          <p:nvPr>
            <p:ph type="ftr" sz="quarter" idx="11"/>
          </p:nvPr>
        </p:nvSpPr>
        <p:spPr/>
        <p:txBody>
          <a:bodyPr/>
          <a:p/>
        </p:txBody>
      </p:sp>
      <p:sp>
        <p:nvSpPr>
          <p:cNvPr id="5" name="Slide Number Placeholder 4"/>
          <p:cNvSpPr>
            <a:spLocks noGrp="1"/>
          </p:cNvSpPr>
          <p:nvPr>
            <p:ph type="sldNum" sz="quarter" idx="12"/>
          </p:nvPr>
        </p:nvSpPr>
        <p:spPr/>
        <p:txBody>
          <a:bodyPr/>
          <a:p>
            <a:pPr marL="0" lvl="0" indent="0" algn="r" rtl="0">
              <a:spcBef>
                <a:spcPts val="0"/>
              </a:spcBef>
              <a:spcAft>
                <a:spcPts val="0"/>
              </a:spcAft>
              <a:buNone/>
            </a:pPr>
            <a:fld id="{00000000-1234-1234-1234-123412341234}" type="slidenum">
              <a:rPr lang="en-US"/>
            </a:fld>
            <a:endParaRPr lang="en-US"/>
          </a:p>
        </p:txBody>
      </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p/>
        </p:txBody>
      </p:sp>
      <p:sp>
        <p:nvSpPr>
          <p:cNvPr id="3" name="Footer Placeholder 2"/>
          <p:cNvSpPr>
            <a:spLocks noGrp="1"/>
          </p:cNvSpPr>
          <p:nvPr>
            <p:ph type="ftr" sz="quarter" idx="11"/>
          </p:nvPr>
        </p:nvSpPr>
        <p:spPr/>
        <p:txBody>
          <a:bodyPr/>
          <a:p/>
        </p:txBody>
      </p:sp>
      <p:sp>
        <p:nvSpPr>
          <p:cNvPr id="4" name="Slide Number Placeholder 3"/>
          <p:cNvSpPr>
            <a:spLocks noGrp="1"/>
          </p:cNvSpPr>
          <p:nvPr>
            <p:ph type="sldNum" sz="quarter" idx="12"/>
          </p:nvPr>
        </p:nvSpPr>
        <p:spPr/>
        <p:txBody>
          <a:bodyPr/>
          <a:p>
            <a:pPr marL="0" lvl="0" indent="0" algn="r" rtl="0">
              <a:spcBef>
                <a:spcPts val="0"/>
              </a:spcBef>
              <a:spcAft>
                <a:spcPts val="0"/>
              </a:spcAft>
              <a:buNone/>
            </a:pPr>
            <a:fld id="{00000000-1234-1234-1234-123412341234}" type="slidenum">
              <a:rPr lang="en-US"/>
            </a:fld>
            <a:endParaRPr lang="en-US"/>
          </a:p>
        </p:txBody>
      </p:sp>
    </p:spTree>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7" y="457200"/>
            <a:ext cx="393276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717"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40317"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6" name="Footer Placeholder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7" name="Slide Number Placeholder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897D7747-D9D0-4222-AE01-C647B9939E3B}"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7" y="457200"/>
            <a:ext cx="393276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717" y="987425"/>
            <a:ext cx="6172200" cy="4873625"/>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1" fontAlgn="base" latinLnBrk="0" hangingPunct="1">
              <a:lnSpc>
                <a:spcPct val="100000"/>
              </a:lnSpc>
              <a:spcBef>
                <a:spcPct val="20000"/>
              </a:spcBef>
              <a:spcAft>
                <a:spcPct val="0"/>
              </a:spcAft>
              <a:buClrTx/>
              <a:buSzTx/>
              <a:buFontTx/>
              <a:buNone/>
              <a:defRPr/>
            </a:pPr>
            <a:endParaRPr kumimoji="0" lang="en-US" sz="3200" b="0" i="0" u="none" strike="noStrike" kern="1200" cap="none" spc="0" normalizeH="0" baseline="0" noProof="0" smtClean="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840317"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p/>
        </p:txBody>
      </p:sp>
      <p:sp>
        <p:nvSpPr>
          <p:cNvPr id="6" name="Footer Placeholder 5"/>
          <p:cNvSpPr>
            <a:spLocks noGrp="1"/>
          </p:cNvSpPr>
          <p:nvPr>
            <p:ph type="ftr" sz="quarter" idx="11"/>
          </p:nvPr>
        </p:nvSpPr>
        <p:spPr/>
        <p:txBody>
          <a:bodyPr/>
          <a:p/>
        </p:txBody>
      </p:sp>
      <p:sp>
        <p:nvSpPr>
          <p:cNvPr id="7" name="Slide Number Placeholder 6"/>
          <p:cNvSpPr>
            <a:spLocks noGrp="1"/>
          </p:cNvSpPr>
          <p:nvPr>
            <p:ph type="sldNum" sz="quarter" idx="12"/>
          </p:nvPr>
        </p:nvSpPr>
        <p:spPr/>
        <p:txBody>
          <a:bodyPr/>
          <a:p>
            <a:pPr marL="0" lvl="0" indent="0" algn="r" rtl="0">
              <a:spcBef>
                <a:spcPts val="0"/>
              </a:spcBef>
              <a:spcAft>
                <a:spcPts val="0"/>
              </a:spcAft>
              <a:buNone/>
            </a:pPr>
            <a:fld id="{00000000-1234-1234-1234-123412341234}" type="slidenum">
              <a:rPr lang="en-US"/>
            </a:fld>
            <a:endParaRPr lang="en-US"/>
          </a:p>
        </p:txBody>
      </p:sp>
    </p:spTree>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5" name="Footer Placeholder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6" name="Slide Number Placeholder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897D7747-D9D0-4222-AE01-C647B9939E3B}"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190500"/>
            <a:ext cx="2743200" cy="593725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09600" y="190500"/>
            <a:ext cx="8026400" cy="5937250"/>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p:txBody>
      </p:sp>
      <p:sp>
        <p:nvSpPr>
          <p:cNvPr id="5" name="Footer Placeholder 4"/>
          <p:cNvSpPr>
            <a:spLocks noGrp="1"/>
          </p:cNvSpPr>
          <p:nvPr>
            <p:ph type="ftr" sz="quarter" idx="11"/>
          </p:nvPr>
        </p:nvSpPr>
        <p:spPr/>
        <p:txBody>
          <a:bodyPr/>
          <a:p/>
        </p:txBody>
      </p:sp>
      <p:sp>
        <p:nvSpPr>
          <p:cNvPr id="6" name="Slide Number Placeholder 5"/>
          <p:cNvSpPr>
            <a:spLocks noGrp="1"/>
          </p:cNvSpPr>
          <p:nvPr>
            <p:ph type="sldNum" sz="quarter" idx="12"/>
          </p:nvPr>
        </p:nvSpPr>
        <p:spPr/>
        <p:txBody>
          <a:bodyPr/>
          <a:p>
            <a:pPr marL="0" lvl="0" indent="0" algn="r" rtl="0">
              <a:spcBef>
                <a:spcPts val="0"/>
              </a:spcBef>
              <a:spcAft>
                <a:spcPts val="0"/>
              </a:spcAft>
              <a:buNone/>
            </a:pPr>
            <a:fld id="{00000000-1234-1234-1234-123412341234}" type="slidenum">
              <a:rPr lang="en-US"/>
            </a:fld>
            <a:endParaRPr lang="en-US"/>
          </a:p>
        </p:txBody>
      </p:sp>
    </p:spTree>
  </p:cSld>
  <p:clrMapOvr>
    <a:masterClrMapping/>
  </p:clrMapOvr>
  <p:hf sldNum="0"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2.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pic>
        <p:nvPicPr>
          <p:cNvPr id="1026" name="Picture 9"/>
          <p:cNvPicPr>
            <a:picLocks noChangeAspect="1"/>
          </p:cNvPicPr>
          <p:nvPr/>
        </p:nvPicPr>
        <p:blipFill>
          <a:blip r:embed="rId12"/>
          <a:stretch>
            <a:fillRect/>
          </a:stretch>
        </p:blipFill>
        <p:spPr>
          <a:xfrm>
            <a:off x="0" y="0"/>
            <a:ext cx="12208933" cy="6858000"/>
          </a:xfrm>
          <a:prstGeom prst="rect">
            <a:avLst/>
          </a:prstGeom>
          <a:noFill/>
          <a:ln w="9525">
            <a:noFill/>
          </a:ln>
        </p:spPr>
      </p:pic>
      <p:sp>
        <p:nvSpPr>
          <p:cNvPr id="1027" name="Rectangle 3"/>
          <p:cNvSpPr>
            <a:spLocks noGrp="1"/>
          </p:cNvSpPr>
          <p:nvPr>
            <p:ph type="title"/>
          </p:nvPr>
        </p:nvSpPr>
        <p:spPr>
          <a:xfrm>
            <a:off x="609600" y="190500"/>
            <a:ext cx="10972800" cy="582613"/>
          </a:xfrm>
          <a:prstGeom prst="rect">
            <a:avLst/>
          </a:prstGeom>
          <a:noFill/>
          <a:ln w="9525">
            <a:noFill/>
          </a:ln>
        </p:spPr>
        <p:txBody>
          <a:bodyPr anchor="ctr" anchorCtr="0"/>
          <a:p>
            <a:pPr lvl="0"/>
            <a:r>
              <a:rPr lang="en-US" altLang="zh-CN" dirty="0"/>
              <a:t>Click to edit Master title style</a:t>
            </a:r>
            <a:endParaRPr lang="en-US" altLang="zh-CN" dirty="0"/>
          </a:p>
        </p:txBody>
      </p:sp>
      <p:sp>
        <p:nvSpPr>
          <p:cNvPr id="1028" name="Rectangle 4"/>
          <p:cNvSpPr>
            <a:spLocks noGrp="1"/>
          </p:cNvSpPr>
          <p:nvPr>
            <p:ph type="body" idx="1"/>
          </p:nvPr>
        </p:nvSpPr>
        <p:spPr>
          <a:xfrm>
            <a:off x="609600" y="1174750"/>
            <a:ext cx="10972800" cy="4953000"/>
          </a:xfrm>
          <a:prstGeom prst="rect">
            <a:avLst/>
          </a:prstGeom>
          <a:noFill/>
          <a:ln w="9525">
            <a:noFill/>
          </a:ln>
        </p:spPr>
        <p:txBody>
          <a:bodyPr/>
          <a:p>
            <a:pPr lvl="0"/>
            <a:r>
              <a:rPr lang="en-US" altLang="zh-CN" dirty="0"/>
              <a:t>Click to edit Master text styles</a:t>
            </a:r>
            <a:endParaRPr lang="en-US" altLang="zh-CN" dirty="0"/>
          </a:p>
          <a:p>
            <a:pPr lvl="1"/>
            <a:r>
              <a:rPr lang="en-US" altLang="zh-CN" dirty="0"/>
              <a:t>Second level</a:t>
            </a:r>
            <a:endParaRPr lang="en-US" altLang="zh-CN" dirty="0"/>
          </a:p>
          <a:p>
            <a:pPr lvl="2"/>
            <a:r>
              <a:rPr lang="en-US" altLang="zh-CN" dirty="0"/>
              <a:t>Third level</a:t>
            </a:r>
            <a:endParaRPr lang="en-US" altLang="zh-CN" dirty="0"/>
          </a:p>
          <a:p>
            <a:pPr lvl="3"/>
            <a:r>
              <a:rPr lang="en-US" altLang="zh-CN" dirty="0"/>
              <a:t>Fourth level</a:t>
            </a:r>
            <a:endParaRPr lang="en-US" altLang="zh-CN" dirty="0"/>
          </a:p>
          <a:p>
            <a:pPr lvl="4"/>
            <a:r>
              <a:rPr lang="en-US" altLang="zh-CN" dirty="0"/>
              <a:t>Fifth level</a:t>
            </a:r>
            <a:endParaRPr lang="en-US" altLang="zh-CN" dirty="0"/>
          </a:p>
        </p:txBody>
      </p:sp>
      <p:sp>
        <p:nvSpPr>
          <p:cNvPr id="1029" name="Rectangle 5"/>
          <p:cNvSpPr>
            <a:spLocks noGrp="1" noChangeArrowheads="1"/>
          </p:cNvSpPr>
          <p:nvPr>
            <p:ph type="dt" sz="half" idx="2"/>
          </p:nvPr>
        </p:nvSpPr>
        <p:spPr bwMode="auto">
          <a:xfrm>
            <a:off x="609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sz="1400"/>
            </a:lvl1pPr>
          </a:lstStyle>
          <a:p/>
        </p:txBody>
      </p:sp>
      <p:sp>
        <p:nvSpPr>
          <p:cNvPr id="1030" name="Rectangle 6"/>
          <p:cNvSpPr>
            <a:spLocks noGrp="1" noChangeArrowheads="1"/>
          </p:cNvSpPr>
          <p:nvPr>
            <p:ph type="ftr" sz="quarter" idx="3"/>
          </p:nvPr>
        </p:nvSpPr>
        <p:spPr bwMode="auto">
          <a:xfrm>
            <a:off x="4165600" y="6245225"/>
            <a:ext cx="3860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a:defRPr sz="1400"/>
            </a:lvl1pPr>
          </a:lstStyle>
          <a:p/>
        </p:txBody>
      </p:sp>
      <p:sp>
        <p:nvSpPr>
          <p:cNvPr id="1031" name="Rectangle 7"/>
          <p:cNvSpPr>
            <a:spLocks noGrp="1" noChangeArrowheads="1"/>
          </p:cNvSpPr>
          <p:nvPr>
            <p:ph type="sldNum" sz="quarter" idx="4"/>
          </p:nvPr>
        </p:nvSpPr>
        <p:spPr bwMode="auto">
          <a:xfrm>
            <a:off x="8737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1400"/>
            </a:lvl1pPr>
          </a:lstStyle>
          <a:p>
            <a:pPr marL="0" lvl="0" indent="0" algn="r" rtl="0">
              <a:spcBef>
                <a:spcPts val="0"/>
              </a:spcBef>
              <a:spcAft>
                <a:spcPts val="0"/>
              </a:spcAft>
              <a:buNone/>
            </a:pPr>
            <a:fld id="{00000000-1234-1234-1234-123412341234}" type="slidenum">
              <a:rPr lang="en-US"/>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rtl="0" fontAlgn="base">
        <a:spcBef>
          <a:spcPct val="0"/>
        </a:spcBef>
        <a:spcAft>
          <a:spcPct val="0"/>
        </a:spcAft>
        <a:defRPr sz="3600" kern="1200">
          <a:solidFill>
            <a:schemeClr val="tx1"/>
          </a:solidFill>
          <a:latin typeface="+mj-lt"/>
          <a:ea typeface="+mj-ea"/>
          <a:cs typeface="+mj-cs"/>
        </a:defRPr>
      </a:lvl1pPr>
      <a:lvl2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2pPr>
      <a:lvl3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3pPr>
      <a:lvl4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4pPr>
      <a:lvl5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5pPr>
      <a:lvl6pPr marL="4572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6pPr>
      <a:lvl7pPr marL="9144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7pPr>
      <a:lvl8pPr marL="13716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8pPr>
      <a:lvl9pPr marL="18288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9pPr>
    </p:titleStyle>
    <p:body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4.png"/><Relationship Id="rId1"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4.xml.rels><?xml version="1.0" encoding="UTF-8" standalone="yes"?>
<Relationships xmlns="http://schemas.openxmlformats.org/package/2006/relationships"><Relationship Id="rId9" Type="http://schemas.openxmlformats.org/officeDocument/2006/relationships/notesSlide" Target="../notesSlides/notesSlide2.xml"/><Relationship Id="rId8" Type="http://schemas.openxmlformats.org/officeDocument/2006/relationships/slideLayout" Target="../slideLayouts/slideLayout2.xml"/><Relationship Id="rId7" Type="http://schemas.openxmlformats.org/officeDocument/2006/relationships/image" Target="../media/image11.png"/><Relationship Id="rId6" Type="http://schemas.openxmlformats.org/officeDocument/2006/relationships/image" Target="../media/image3.png"/><Relationship Id="rId5" Type="http://schemas.openxmlformats.org/officeDocument/2006/relationships/image" Target="../media/image10.jpeg"/><Relationship Id="rId4" Type="http://schemas.openxmlformats.org/officeDocument/2006/relationships/image" Target="../media/image9.jpeg"/><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image" Target="../media/image6.jpe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4.png"/><Relationship Id="rId1" Type="http://schemas.openxmlformats.org/officeDocument/2006/relationships/hyperlink" Target="http://presentation_inicial.pptx" TargetMode="External"/></Relationships>
</file>

<file path=ppt/slides/_rels/slide9.xml.rels><?xml version="1.0" encoding="UTF-8" standalone="yes"?>
<Relationships xmlns="http://schemas.openxmlformats.org/package/2006/relationships"><Relationship Id="rId5" Type="http://schemas.openxmlformats.org/officeDocument/2006/relationships/notesSlide" Target="../notesSlides/notesSlide6.xml"/><Relationship Id="rId4" Type="http://schemas.openxmlformats.org/officeDocument/2006/relationships/slideLayout" Target="../slideLayouts/slideLayout2.xml"/><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hyperlink" Target="http://presentation_inicial.pptx" TargetMode="External"/></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2.xml"/><Relationship Id="rId2" Type="http://schemas.openxmlformats.org/officeDocument/2006/relationships/image" Target="../media/image17.png"/><Relationship Id="rId1" Type="http://schemas.openxmlformats.org/officeDocument/2006/relationships/hyperlink" Target="http://presentation_inicial.pptx" TargetMode="External"/></Relationships>
</file>

<file path=ppt/slides/_rels/slide11.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2.xml"/><Relationship Id="rId2" Type="http://schemas.openxmlformats.org/officeDocument/2006/relationships/image" Target="../media/image19.png"/><Relationship Id="rId1" Type="http://schemas.openxmlformats.org/officeDocument/2006/relationships/image" Target="../media/image18.png"/></Relationships>
</file>

<file path=ppt/slides/_rels/slide12.xml.rels><?xml version="1.0" encoding="UTF-8" standalone="yes"?>
<Relationships xmlns="http://schemas.openxmlformats.org/package/2006/relationships"><Relationship Id="rId5" Type="http://schemas.openxmlformats.org/officeDocument/2006/relationships/notesSlide" Target="../notesSlides/notesSlide9.xml"/><Relationship Id="rId4" Type="http://schemas.openxmlformats.org/officeDocument/2006/relationships/slideLayout" Target="../slideLayouts/slideLayout2.xml"/><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hyperlink" Target="http://presentation_inicial.pptx" TargetMode="External"/></Relationships>
</file>

<file path=ppt/slides/_rels/slide13.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2.xml"/><Relationship Id="rId2" Type="http://schemas.openxmlformats.org/officeDocument/2006/relationships/image" Target="../media/image22.png"/><Relationship Id="rId1" Type="http://schemas.openxmlformats.org/officeDocument/2006/relationships/hyperlink" Target="http://presentation_inicial.pptx" TargetMode="Externa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image" Target="../media/image2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p:nvPr>
            <p:ph type="ctrTitle"/>
          </p:nvPr>
        </p:nvSpPr>
        <p:spPr>
          <a:xfrm>
            <a:off x="1240790" y="1196975"/>
            <a:ext cx="10326370" cy="1082675"/>
          </a:xfrm>
        </p:spPr>
        <p:txBody>
          <a:bodyPr>
            <a:normAutofit/>
            <a:scene3d>
              <a:camera prst="orthographicFront"/>
              <a:lightRig rig="threePt" dir="t"/>
            </a:scene3d>
          </a:bodyPr>
          <a:p>
            <a:pPr algn="l"/>
            <a:r>
              <a:rPr lang="en-US">
                <a:ln w="6600">
                  <a:solidFill>
                    <a:schemeClr val="accent2"/>
                  </a:solidFill>
                  <a:prstDash val="solid"/>
                </a:ln>
                <a:solidFill>
                  <a:srgbClr val="FFFFFF"/>
                </a:solidFill>
                <a:effectLst>
                  <a:outerShdw dist="38100" dir="2700000" algn="tl" rotWithShape="0">
                    <a:schemeClr val="accent2"/>
                  </a:outerShdw>
                </a:effectLst>
              </a:rPr>
              <a:t>P</a:t>
            </a:r>
            <a:r>
              <a:rPr lang="es-ES_tradnl" altLang="en-US">
                <a:ln w="6600">
                  <a:solidFill>
                    <a:schemeClr val="accent2"/>
                  </a:solidFill>
                  <a:prstDash val="solid"/>
                </a:ln>
                <a:solidFill>
                  <a:srgbClr val="FFFFFF"/>
                </a:solidFill>
                <a:effectLst>
                  <a:outerShdw dist="38100" dir="2700000" algn="tl" rotWithShape="0">
                    <a:schemeClr val="accent2"/>
                  </a:outerShdw>
                </a:effectLst>
              </a:rPr>
              <a:t>rogramación Python</a:t>
            </a:r>
            <a:r>
              <a:rPr lang="en-US">
                <a:ln w="6600">
                  <a:solidFill>
                    <a:schemeClr val="accent2"/>
                  </a:solidFill>
                  <a:prstDash val="solid"/>
                </a:ln>
                <a:solidFill>
                  <a:srgbClr val="FFFFFF"/>
                </a:solidFill>
                <a:effectLst>
                  <a:outerShdw dist="38100" dir="2700000" algn="tl" rotWithShape="0">
                    <a:schemeClr val="accent2"/>
                  </a:outerShdw>
                </a:effectLst>
              </a:rPr>
              <a:t> </a:t>
            </a:r>
            <a:endParaRPr lang="en-US">
              <a:ln w="6600">
                <a:solidFill>
                  <a:schemeClr val="accent2"/>
                </a:solidFill>
                <a:prstDash val="solid"/>
              </a:ln>
              <a:solidFill>
                <a:srgbClr val="FFFFFF"/>
              </a:solidFill>
              <a:effectLst>
                <a:outerShdw dist="38100" dir="2700000" algn="tl" rotWithShape="0">
                  <a:schemeClr val="accent2"/>
                </a:outerShdw>
              </a:effectLst>
            </a:endParaRPr>
          </a:p>
        </p:txBody>
      </p:sp>
      <p:sp>
        <p:nvSpPr>
          <p:cNvPr id="5" name="Subtitle 4"/>
          <p:cNvSpPr/>
          <p:nvPr>
            <p:ph type="subTitle" idx="1"/>
          </p:nvPr>
        </p:nvSpPr>
        <p:spPr>
          <a:xfrm>
            <a:off x="1197610" y="2422525"/>
            <a:ext cx="10378440" cy="1752600"/>
          </a:xfrm>
        </p:spPr>
        <p:txBody>
          <a:bodyPr>
            <a:scene3d>
              <a:camera prst="orthographicFront"/>
              <a:lightRig rig="threePt" dir="t"/>
            </a:scene3d>
          </a:bodyPr>
          <a:p>
            <a:pPr algn="l"/>
            <a:r>
              <a:rPr lang="es-ES_tradnl" altLang="en-US">
                <a:ln w="6600">
                  <a:solidFill>
                    <a:schemeClr val="accent2"/>
                  </a:solidFill>
                  <a:prstDash val="solid"/>
                </a:ln>
                <a:solidFill>
                  <a:srgbClr val="FFFFFF"/>
                </a:solidFill>
                <a:effectLst>
                  <a:outerShdw dist="38100" dir="2700000" algn="tl" rotWithShape="0">
                    <a:schemeClr val="accent2"/>
                  </a:outerShdw>
                </a:effectLst>
              </a:rPr>
              <a:t>Isabel Maniega</a:t>
            </a:r>
            <a:endParaRPr lang="es-ES_tradnl" altLang="en-US">
              <a:ln w="6600">
                <a:solidFill>
                  <a:schemeClr val="accent2"/>
                </a:solidFill>
                <a:prstDash val="solid"/>
              </a:ln>
              <a:solidFill>
                <a:srgbClr val="FFFFFF"/>
              </a:solidFill>
              <a:effectLst>
                <a:outerShdw dist="38100" dir="2700000" algn="tl" rotWithShape="0">
                  <a:schemeClr val="accent2"/>
                </a:outerShdw>
              </a:effectLst>
            </a:endParaRPr>
          </a:p>
        </p:txBody>
      </p:sp>
      <p:pic>
        <p:nvPicPr>
          <p:cNvPr id="98" name="Google Shape;98;p4"/>
          <p:cNvPicPr preferRelativeResize="0"/>
          <p:nvPr/>
        </p:nvPicPr>
        <p:blipFill rotWithShape="1">
          <a:blip r:embed="rId1"/>
          <a:srcRect/>
          <a:stretch>
            <a:fillRect/>
          </a:stretch>
        </p:blipFill>
        <p:spPr>
          <a:xfrm>
            <a:off x="6955673" y="1254894"/>
            <a:ext cx="2862262" cy="966787"/>
          </a:xfrm>
          <a:prstGeom prst="rect">
            <a:avLst/>
          </a:prstGeom>
          <a:noFill/>
          <a:ln>
            <a:noFill/>
          </a:ln>
        </p:spPr>
      </p:pic>
      <p:pic>
        <p:nvPicPr>
          <p:cNvPr id="2" name="Picture 1"/>
          <p:cNvPicPr>
            <a:picLocks noChangeAspect="1"/>
          </p:cNvPicPr>
          <p:nvPr/>
        </p:nvPicPr>
        <p:blipFill>
          <a:blip r:embed="rId2"/>
          <a:stretch>
            <a:fillRect/>
          </a:stretch>
        </p:blipFill>
        <p:spPr>
          <a:xfrm>
            <a:off x="10294620" y="5463540"/>
            <a:ext cx="1155065" cy="115506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txBox="1">
            <a:spLocks noGrp="1"/>
          </p:cNvSpPr>
          <p:nvPr>
            <p:ph type="title"/>
          </p:nvPr>
        </p:nvSpPr>
        <p:spPr>
          <a:xfrm>
            <a:off x="609600" y="190500"/>
            <a:ext cx="10972800" cy="582295"/>
          </a:xfrm>
          <a:noFill/>
          <a:ln>
            <a:noFill/>
          </a:ln>
        </p:spPr>
        <p:txBody>
          <a:bodyPr spcFirstLastPara="1" wrap="square" lIns="91425" tIns="45700" rIns="91425" bIns="45700" anchor="t" anchorCtr="0">
            <a:spAutoFit/>
            <a:scene3d>
              <a:camera prst="orthographicFront"/>
              <a:lightRig rig="threePt" dir="t"/>
            </a:scene3d>
          </a:bodyPr>
          <a:lstStyle/>
          <a:p>
            <a:pPr lvl="0" algn="l" fontAlgn="auto">
              <a:spcBef>
                <a:spcPts val="0"/>
              </a:spcBef>
              <a:spcAft>
                <a:spcPts val="0"/>
              </a:spcAft>
              <a:buClr>
                <a:srgbClr val="000000"/>
              </a:buClr>
              <a:buSzTx/>
              <a:buFont typeface="Arial" panose="020B0604020202020204"/>
            </a:pPr>
            <a:r>
              <a:rPr lang="en-US" sz="3200" b="1" kern="0">
                <a:effectLst>
                  <a:outerShdw blurRad="38100" dist="19050" dir="2700000" algn="tl" rotWithShape="0">
                    <a:schemeClr val="dk1">
                      <a:alpha val="40000"/>
                    </a:schemeClr>
                  </a:outerShdw>
                </a:effectLst>
                <a:latin typeface="Lato Black" panose="020F0502020204030203"/>
                <a:ea typeface="Lato Black" panose="020F0502020204030203"/>
                <a:cs typeface="Lato Black" panose="020F0502020204030203"/>
                <a:sym typeface="+mn-ea"/>
              </a:rPr>
              <a:t>Contenido</a:t>
            </a:r>
            <a:endParaRPr lang="en-US" sz="3200" b="1" kern="0">
              <a:effectLst>
                <a:outerShdw blurRad="38100" dist="19050" dir="2700000" algn="tl" rotWithShape="0">
                  <a:schemeClr val="dk1">
                    <a:alpha val="40000"/>
                  </a:schemeClr>
                </a:outerShdw>
              </a:effectLst>
              <a:latin typeface="Lato Black" panose="020F0502020204030203"/>
              <a:ea typeface="Lato Black" panose="020F0502020204030203"/>
              <a:cs typeface="Lato Black" panose="020F0502020204030203"/>
              <a:sym typeface="+mn-ea"/>
            </a:endParaRPr>
          </a:p>
        </p:txBody>
      </p:sp>
      <p:sp>
        <p:nvSpPr>
          <p:cNvPr id="3" name="Content Placeholder 2"/>
          <p:cNvSpPr>
            <a:spLocks noGrp="1"/>
          </p:cNvSpPr>
          <p:nvPr>
            <p:ph idx="1"/>
          </p:nvPr>
        </p:nvSpPr>
        <p:spPr>
          <a:xfrm>
            <a:off x="741045" y="1102995"/>
            <a:ext cx="10841355" cy="4622800"/>
          </a:xfrm>
        </p:spPr>
        <p:txBody>
          <a:bodyPr/>
          <a:p>
            <a:pPr marL="0" indent="0">
              <a:buNone/>
            </a:pPr>
            <a:r>
              <a:rPr lang="en-US" sz="2000" kern="0">
                <a:solidFill>
                  <a:srgbClr val="3F3F3F"/>
                </a:solidFill>
                <a:latin typeface="Arial" panose="020B0604020202020204"/>
                <a:ea typeface="Arial" panose="020B0604020202020204"/>
                <a:cs typeface="Arial" panose="020B0604020202020204"/>
              </a:rPr>
              <a:t>1. Repaso de fundamentos de Python</a:t>
            </a:r>
            <a:endParaRPr lang="en-US" sz="2000" kern="0">
              <a:solidFill>
                <a:srgbClr val="3F3F3F"/>
              </a:solidFill>
              <a:latin typeface="Arial" panose="020B0604020202020204"/>
              <a:ea typeface="Arial" panose="020B0604020202020204"/>
              <a:cs typeface="Arial" panose="020B0604020202020204"/>
            </a:endParaRPr>
          </a:p>
          <a:p>
            <a:pPr marL="0" indent="0">
              <a:buNone/>
            </a:pPr>
            <a:r>
              <a:rPr lang="en-US" sz="2000" kern="0">
                <a:solidFill>
                  <a:srgbClr val="3F3F3F"/>
                </a:solidFill>
                <a:latin typeface="Arial" panose="020B0604020202020204"/>
                <a:ea typeface="Arial" panose="020B0604020202020204"/>
                <a:cs typeface="Arial" panose="020B0604020202020204"/>
              </a:rPr>
              <a:t>2. Estructuras de datos avanzadas</a:t>
            </a:r>
            <a:endParaRPr lang="en-US" sz="2000" kern="0">
              <a:solidFill>
                <a:srgbClr val="3F3F3F"/>
              </a:solidFill>
              <a:latin typeface="Arial" panose="020B0604020202020204"/>
              <a:ea typeface="Arial" panose="020B0604020202020204"/>
              <a:cs typeface="Arial" panose="020B0604020202020204"/>
            </a:endParaRPr>
          </a:p>
          <a:p>
            <a:pPr marL="0" indent="0">
              <a:buNone/>
            </a:pPr>
            <a:r>
              <a:rPr lang="en-US" sz="2000" kern="0">
                <a:solidFill>
                  <a:srgbClr val="3F3F3F"/>
                </a:solidFill>
                <a:latin typeface="Arial" panose="020B0604020202020204"/>
                <a:ea typeface="Arial" panose="020B0604020202020204"/>
                <a:cs typeface="Arial" panose="020B0604020202020204"/>
              </a:rPr>
              <a:t>3. Programación modular y reutilizable</a:t>
            </a:r>
            <a:endParaRPr lang="en-US" sz="2000" kern="0">
              <a:solidFill>
                <a:srgbClr val="3F3F3F"/>
              </a:solidFill>
              <a:latin typeface="Arial" panose="020B0604020202020204"/>
              <a:ea typeface="Arial" panose="020B0604020202020204"/>
              <a:cs typeface="Arial" panose="020B0604020202020204"/>
            </a:endParaRPr>
          </a:p>
          <a:p>
            <a:pPr marL="0" indent="0">
              <a:buNone/>
            </a:pPr>
            <a:r>
              <a:rPr lang="en-US" sz="2000" kern="0">
                <a:solidFill>
                  <a:srgbClr val="3F3F3F"/>
                </a:solidFill>
                <a:latin typeface="Arial" panose="020B0604020202020204"/>
                <a:ea typeface="Arial" panose="020B0604020202020204"/>
                <a:cs typeface="Arial" panose="020B0604020202020204"/>
              </a:rPr>
              <a:t>4. Gestión de errores y robustez</a:t>
            </a:r>
            <a:endParaRPr lang="en-US" sz="2000" kern="0">
              <a:solidFill>
                <a:srgbClr val="3F3F3F"/>
              </a:solidFill>
              <a:latin typeface="Arial" panose="020B0604020202020204"/>
              <a:ea typeface="Arial" panose="020B0604020202020204"/>
              <a:cs typeface="Arial" panose="020B0604020202020204"/>
            </a:endParaRPr>
          </a:p>
          <a:p>
            <a:pPr marL="0" indent="0">
              <a:buNone/>
            </a:pPr>
            <a:r>
              <a:rPr lang="en-US" sz="2000" kern="0">
                <a:solidFill>
                  <a:srgbClr val="3F3F3F"/>
                </a:solidFill>
                <a:latin typeface="Arial" panose="020B0604020202020204"/>
                <a:ea typeface="Arial" panose="020B0604020202020204"/>
                <a:cs typeface="Arial" panose="020B0604020202020204"/>
              </a:rPr>
              <a:t>5. Acceso a datos</a:t>
            </a:r>
            <a:endParaRPr lang="en-US" sz="2000" kern="0">
              <a:solidFill>
                <a:srgbClr val="3F3F3F"/>
              </a:solidFill>
              <a:latin typeface="Arial" panose="020B0604020202020204"/>
              <a:ea typeface="Arial" panose="020B0604020202020204"/>
              <a:cs typeface="Arial" panose="020B0604020202020204"/>
            </a:endParaRPr>
          </a:p>
          <a:p>
            <a:pPr marL="0" indent="0">
              <a:buNone/>
            </a:pPr>
            <a:r>
              <a:rPr lang="en-US" sz="2000" kern="0">
                <a:solidFill>
                  <a:srgbClr val="3F3F3F"/>
                </a:solidFill>
                <a:latin typeface="Arial" panose="020B0604020202020204"/>
                <a:ea typeface="Arial" panose="020B0604020202020204"/>
                <a:cs typeface="Arial" panose="020B0604020202020204"/>
              </a:rPr>
              <a:t>6. Integración con servicios externos</a:t>
            </a:r>
            <a:endParaRPr lang="en-US" sz="2000" kern="0">
              <a:solidFill>
                <a:srgbClr val="3F3F3F"/>
              </a:solidFill>
              <a:latin typeface="Arial" panose="020B0604020202020204"/>
              <a:ea typeface="Arial" panose="020B0604020202020204"/>
              <a:cs typeface="Arial" panose="020B0604020202020204"/>
            </a:endParaRPr>
          </a:p>
          <a:p>
            <a:pPr marL="0" indent="0">
              <a:buNone/>
            </a:pPr>
            <a:r>
              <a:rPr lang="en-US" sz="2000" kern="0">
                <a:solidFill>
                  <a:srgbClr val="3F3F3F"/>
                </a:solidFill>
                <a:latin typeface="Arial" panose="020B0604020202020204"/>
                <a:ea typeface="Arial" panose="020B0604020202020204"/>
                <a:cs typeface="Arial" panose="020B0604020202020204"/>
              </a:rPr>
              <a:t>7. Automatización avanzada</a:t>
            </a:r>
            <a:endParaRPr lang="en-US" sz="2000" kern="0">
              <a:solidFill>
                <a:srgbClr val="3F3F3F"/>
              </a:solidFill>
              <a:latin typeface="Arial" panose="020B0604020202020204"/>
              <a:ea typeface="Arial" panose="020B0604020202020204"/>
              <a:cs typeface="Arial" panose="020B0604020202020204"/>
            </a:endParaRPr>
          </a:p>
          <a:p>
            <a:pPr marL="0" indent="0">
              <a:buNone/>
            </a:pPr>
            <a:r>
              <a:rPr lang="en-US" sz="2000" kern="0">
                <a:solidFill>
                  <a:srgbClr val="3F3F3F"/>
                </a:solidFill>
                <a:latin typeface="Arial" panose="020B0604020202020204"/>
                <a:ea typeface="Arial" panose="020B0604020202020204"/>
                <a:cs typeface="Arial" panose="020B0604020202020204"/>
              </a:rPr>
              <a:t>8. Buenas prácticas y calidad del código</a:t>
            </a:r>
            <a:endParaRPr lang="en-US" sz="2000" kern="0">
              <a:solidFill>
                <a:srgbClr val="3F3F3F"/>
              </a:solidFill>
              <a:latin typeface="Arial" panose="020B0604020202020204"/>
              <a:ea typeface="Arial" panose="020B0604020202020204"/>
              <a:cs typeface="Arial" panose="020B0604020202020204"/>
            </a:endParaRPr>
          </a:p>
          <a:p>
            <a:pPr marL="0" indent="0">
              <a:buNone/>
            </a:pPr>
            <a:r>
              <a:rPr lang="en-US" sz="2000" kern="0">
                <a:solidFill>
                  <a:srgbClr val="3F3F3F"/>
                </a:solidFill>
                <a:latin typeface="Arial" panose="020B0604020202020204"/>
                <a:ea typeface="Arial" panose="020B0604020202020204"/>
                <a:cs typeface="Arial" panose="020B0604020202020204"/>
              </a:rPr>
              <a:t>9. Ejercicios prácticos</a:t>
            </a:r>
            <a:endParaRPr lang="en-US" sz="2000" kern="0">
              <a:solidFill>
                <a:srgbClr val="3F3F3F"/>
              </a:solidFill>
              <a:latin typeface="Arial" panose="020B0604020202020204"/>
              <a:ea typeface="Arial" panose="020B0604020202020204"/>
              <a:cs typeface="Arial" panose="020B0604020202020204"/>
            </a:endParaRPr>
          </a:p>
          <a:p>
            <a:endParaRPr lang="en-US" sz="2000" kern="0">
              <a:solidFill>
                <a:srgbClr val="3F3F3F"/>
              </a:solidFill>
              <a:latin typeface="Arial" panose="020B0604020202020204"/>
              <a:ea typeface="Arial" panose="020B0604020202020204"/>
              <a:cs typeface="Arial" panose="020B06040202020202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13" name="Shape 113"/>
        <p:cNvGrpSpPr/>
        <p:nvPr/>
      </p:nvGrpSpPr>
      <p:grpSpPr>
        <a:xfrm>
          <a:off x="0" y="0"/>
          <a:ext cx="0" cy="0"/>
          <a:chOff x="0" y="0"/>
          <a:chExt cx="0" cy="0"/>
        </a:xfrm>
      </p:grpSpPr>
      <p:sp>
        <p:nvSpPr>
          <p:cNvPr id="114" name="Google Shape;114;p5"/>
          <p:cNvSpPr txBox="1"/>
          <p:nvPr/>
        </p:nvSpPr>
        <p:spPr>
          <a:xfrm>
            <a:off x="555625" y="293370"/>
            <a:ext cx="10586720" cy="583565"/>
          </a:xfrm>
          <a:prstGeom prst="rect">
            <a:avLst/>
          </a:prstGeom>
          <a:noFill/>
          <a:ln>
            <a:noFill/>
          </a:ln>
        </p:spPr>
        <p:txBody>
          <a:bodyPr spcFirstLastPara="1" wrap="square" lIns="91425" tIns="45700" rIns="91425" bIns="45700" anchor="t" anchorCtr="0">
            <a:spAutoFit/>
            <a:scene3d>
              <a:camera prst="orthographicFront"/>
              <a:lightRig rig="threePt" dir="t"/>
            </a:scene3d>
          </a:bodyPr>
          <a:lstStyle/>
          <a:p>
            <a:pPr marL="0" marR="0" lvl="0" indent="0" algn="l" rtl="0">
              <a:spcBef>
                <a:spcPts val="0"/>
              </a:spcBef>
              <a:spcAft>
                <a:spcPts val="0"/>
              </a:spcAft>
              <a:buNone/>
            </a:pPr>
            <a:r>
              <a:rPr lang="en-US" sz="3200" b="1">
                <a:solidFill>
                  <a:schemeClr val="tx1"/>
                </a:solidFill>
                <a:effectLst>
                  <a:outerShdw blurRad="38100" dist="19050" dir="2700000" algn="tl" rotWithShape="0">
                    <a:schemeClr val="dk1">
                      <a:alpha val="40000"/>
                    </a:schemeClr>
                  </a:outerShdw>
                </a:effectLst>
                <a:latin typeface="Lato Black" panose="020F0502020204030203"/>
                <a:ea typeface="Lato Black" panose="020F0502020204030203"/>
                <a:cs typeface="Lato Black" panose="020F0502020204030203"/>
                <a:sym typeface="Lato Black" panose="020F0502020204030203"/>
              </a:rPr>
              <a:t>Lenguaje de programación Python</a:t>
            </a:r>
            <a:endParaRPr lang="en-US" sz="3200" b="1">
              <a:solidFill>
                <a:schemeClr val="tx1"/>
              </a:solidFill>
              <a:effectLst>
                <a:outerShdw blurRad="38100" dist="19050" dir="2700000" algn="tl" rotWithShape="0">
                  <a:schemeClr val="dk1">
                    <a:alpha val="40000"/>
                  </a:schemeClr>
                </a:outerShdw>
              </a:effectLst>
              <a:latin typeface="Lato Black" panose="020F0502020204030203"/>
              <a:ea typeface="Lato Black" panose="020F0502020204030203"/>
              <a:cs typeface="Lato Black" panose="020F0502020204030203"/>
              <a:sym typeface="Lato Black" panose="020F0502020204030203"/>
            </a:endParaRPr>
          </a:p>
        </p:txBody>
      </p:sp>
      <p:sp>
        <p:nvSpPr>
          <p:cNvPr id="116" name="Google Shape;116;p5"/>
          <p:cNvSpPr txBox="1"/>
          <p:nvPr>
            <p:ph type="body" idx="1"/>
          </p:nvPr>
        </p:nvSpPr>
        <p:spPr>
          <a:xfrm>
            <a:off x="555625" y="1916430"/>
            <a:ext cx="5436235" cy="3546475"/>
          </a:xfrm>
          <a:prstGeom prst="rect">
            <a:avLst/>
          </a:prstGeom>
          <a:noFill/>
          <a:ln>
            <a:noFill/>
          </a:ln>
        </p:spPr>
        <p:txBody>
          <a:bodyPr spcFirstLastPara="1" wrap="square" lIns="91425" tIns="45700" rIns="91425" bIns="45700" anchor="t" anchorCtr="0">
            <a:normAutofit fontScale="70000"/>
          </a:bodyPr>
          <a:lstStyle/>
          <a:p>
            <a:pPr marL="228600" lvl="0" indent="-228600" algn="just" rtl="0">
              <a:lnSpc>
                <a:spcPct val="90000"/>
              </a:lnSpc>
              <a:spcBef>
                <a:spcPts val="0"/>
              </a:spcBef>
              <a:spcAft>
                <a:spcPts val="0"/>
              </a:spcAft>
              <a:buClr>
                <a:srgbClr val="3F3F3F"/>
              </a:buClr>
              <a:buSzPts val="2000"/>
              <a:buChar char="•"/>
            </a:pPr>
            <a:r>
              <a:rPr lang="en-US" sz="2800"/>
              <a:t>Python es un lenguaje de programación potente y fácil de aprender.</a:t>
            </a:r>
            <a:endParaRPr lang="en-US" sz="2800"/>
          </a:p>
          <a:p>
            <a:pPr marL="228600" lvl="0" indent="-228600" algn="just" rtl="0">
              <a:lnSpc>
                <a:spcPct val="90000"/>
              </a:lnSpc>
              <a:spcBef>
                <a:spcPts val="1000"/>
              </a:spcBef>
              <a:spcAft>
                <a:spcPts val="0"/>
              </a:spcAft>
              <a:buClr>
                <a:srgbClr val="3F3F3F"/>
              </a:buClr>
              <a:buSzPts val="2000"/>
              <a:buChar char="•"/>
            </a:pPr>
            <a:r>
              <a:rPr lang="en-US" sz="2800"/>
              <a:t>Tiene estructuras de datos de alto nivel eficientes y un simple pero efectivo sistema de programación orientado a objetos. </a:t>
            </a:r>
            <a:endParaRPr lang="en-US" sz="2800"/>
          </a:p>
          <a:p>
            <a:pPr marL="228600" lvl="0" indent="-228600" algn="just" rtl="0">
              <a:lnSpc>
                <a:spcPct val="90000"/>
              </a:lnSpc>
              <a:spcBef>
                <a:spcPts val="1000"/>
              </a:spcBef>
              <a:spcAft>
                <a:spcPts val="0"/>
              </a:spcAft>
              <a:buClr>
                <a:srgbClr val="3F3F3F"/>
              </a:buClr>
              <a:buSzPts val="2000"/>
              <a:buChar char="•"/>
            </a:pPr>
            <a:r>
              <a:rPr lang="en-US" sz="2800"/>
              <a:t>La elegante sintaxis de Python y su tipado dinámico, junto a su naturaleza interpretada lo convierten en un lenguaje ideal para scripting y desarrollo rápido de aplicaciones en muchas áreas, para la mayoría de plataformas.</a:t>
            </a:r>
            <a:endParaRPr lang="en-US"/>
          </a:p>
          <a:p>
            <a:pPr marL="228600" lvl="0" indent="-228600" algn="just" rtl="0">
              <a:lnSpc>
                <a:spcPct val="90000"/>
              </a:lnSpc>
              <a:spcBef>
                <a:spcPts val="1000"/>
              </a:spcBef>
              <a:spcAft>
                <a:spcPts val="0"/>
              </a:spcAft>
              <a:buClr>
                <a:srgbClr val="3F3F3F"/>
              </a:buClr>
              <a:buSzPts val="2000"/>
              <a:buChar char="•"/>
            </a:pPr>
          </a:p>
        </p:txBody>
      </p:sp>
      <p:pic>
        <p:nvPicPr>
          <p:cNvPr id="117" name="Google Shape;117;p5"/>
          <p:cNvPicPr preferRelativeResize="0"/>
          <p:nvPr/>
        </p:nvPicPr>
        <p:blipFill rotWithShape="1">
          <a:blip r:embed="rId1"/>
          <a:srcRect/>
          <a:stretch>
            <a:fillRect/>
          </a:stretch>
        </p:blipFill>
        <p:spPr>
          <a:xfrm>
            <a:off x="6376670" y="1916430"/>
            <a:ext cx="4471670" cy="33305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87" name="Shape 87"/>
        <p:cNvGrpSpPr/>
        <p:nvPr/>
      </p:nvGrpSpPr>
      <p:grpSpPr>
        <a:xfrm>
          <a:off x="0" y="0"/>
          <a:ext cx="0" cy="0"/>
          <a:chOff x="0" y="0"/>
          <a:chExt cx="0" cy="0"/>
        </a:xfrm>
      </p:grpSpPr>
      <p:sp>
        <p:nvSpPr>
          <p:cNvPr id="88" name="Google Shape;88;p4"/>
          <p:cNvSpPr txBox="1"/>
          <p:nvPr/>
        </p:nvSpPr>
        <p:spPr>
          <a:xfrm>
            <a:off x="555625" y="283845"/>
            <a:ext cx="10586720" cy="583565"/>
          </a:xfrm>
          <a:prstGeom prst="rect">
            <a:avLst/>
          </a:prstGeom>
          <a:noFill/>
          <a:ln>
            <a:noFill/>
          </a:ln>
        </p:spPr>
        <p:txBody>
          <a:bodyPr spcFirstLastPara="1" wrap="square" lIns="91425" tIns="45700" rIns="91425" bIns="45700" anchor="t" anchorCtr="0">
            <a:spAutoFit/>
            <a:scene3d>
              <a:camera prst="orthographicFront"/>
              <a:lightRig rig="soft" dir="t">
                <a:rot lat="0" lon="0" rev="15600000"/>
              </a:lightRig>
            </a:scene3d>
            <a:sp3d extrusionH="57150" prstMaterial="softEdge">
              <a:bevelT w="25400" h="38100"/>
            </a:sp3d>
          </a:bodyPr>
          <a:lstStyle/>
          <a:p>
            <a:pPr marL="0" marR="0" lvl="0" indent="0" algn="l" rtl="0">
              <a:spcBef>
                <a:spcPts val="0"/>
              </a:spcBef>
              <a:spcAft>
                <a:spcPts val="0"/>
              </a:spcAft>
              <a:buNone/>
            </a:pPr>
            <a:r>
              <a:rPr lang="en-US" sz="3200" b="1">
                <a:solidFill>
                  <a:schemeClr val="accent4"/>
                </a:solidFill>
                <a:effectLst/>
                <a:latin typeface="Lato Black" panose="020F0502020204030203"/>
                <a:ea typeface="Lato Black" panose="020F0502020204030203"/>
                <a:cs typeface="Lato Black" panose="020F0502020204030203"/>
                <a:sym typeface="Lato Black" panose="020F0502020204030203"/>
              </a:rPr>
              <a:t>Salidas Profesionales Python</a:t>
            </a:r>
            <a:endParaRPr lang="en-US" sz="3200" b="1">
              <a:solidFill>
                <a:schemeClr val="accent4"/>
              </a:solidFill>
              <a:effectLst/>
              <a:latin typeface="Lato Black" panose="020F0502020204030203"/>
              <a:ea typeface="Lato Black" panose="020F0502020204030203"/>
              <a:cs typeface="Lato Black" panose="020F0502020204030203"/>
              <a:sym typeface="Lato Black" panose="020F0502020204030203"/>
            </a:endParaRPr>
          </a:p>
        </p:txBody>
      </p:sp>
      <p:pic>
        <p:nvPicPr>
          <p:cNvPr id="89" name="Google Shape;89;p4" descr="Coche, Del Automóvil, 3D, Auto-Conducción"/>
          <p:cNvPicPr preferRelativeResize="0"/>
          <p:nvPr/>
        </p:nvPicPr>
        <p:blipFill rotWithShape="1">
          <a:blip r:embed="rId1"/>
          <a:srcRect/>
          <a:stretch>
            <a:fillRect/>
          </a:stretch>
        </p:blipFill>
        <p:spPr>
          <a:xfrm>
            <a:off x="1258713" y="1352932"/>
            <a:ext cx="2115394" cy="1189909"/>
          </a:xfrm>
          <a:prstGeom prst="rect">
            <a:avLst/>
          </a:prstGeom>
          <a:noFill/>
          <a:ln>
            <a:noFill/>
          </a:ln>
        </p:spPr>
      </p:pic>
      <p:pic>
        <p:nvPicPr>
          <p:cNvPr id="90" name="Google Shape;90;p4" descr="Fraud, Fake, Money, Bank, Bankrupt"/>
          <p:cNvPicPr preferRelativeResize="0"/>
          <p:nvPr/>
        </p:nvPicPr>
        <p:blipFill rotWithShape="1">
          <a:blip r:embed="rId2"/>
          <a:srcRect/>
          <a:stretch>
            <a:fillRect/>
          </a:stretch>
        </p:blipFill>
        <p:spPr>
          <a:xfrm>
            <a:off x="4819650" y="876935"/>
            <a:ext cx="2264410" cy="1461135"/>
          </a:xfrm>
          <a:prstGeom prst="rect">
            <a:avLst/>
          </a:prstGeom>
          <a:noFill/>
          <a:ln>
            <a:noFill/>
          </a:ln>
        </p:spPr>
      </p:pic>
      <p:sp>
        <p:nvSpPr>
          <p:cNvPr id="91" name="Google Shape;91;p4"/>
          <p:cNvSpPr txBox="1"/>
          <p:nvPr/>
        </p:nvSpPr>
        <p:spPr>
          <a:xfrm>
            <a:off x="1258768" y="2645992"/>
            <a:ext cx="1883118" cy="738660"/>
          </a:xfrm>
          <a:prstGeom prst="rect">
            <a:avLst/>
          </a:prstGeom>
          <a:noFill/>
          <a:ln>
            <a:noFill/>
          </a:ln>
        </p:spPr>
        <p:txBody>
          <a:bodyPr spcFirstLastPara="1" wrap="square" lIns="45700" tIns="45700" rIns="45700" bIns="45700" anchor="t" anchorCtr="0">
            <a:spAutoFit/>
          </a:bodyPr>
          <a:lstStyle/>
          <a:p>
            <a:pPr marL="0" marR="0" lvl="0" indent="0" algn="ctr" rtl="0">
              <a:spcBef>
                <a:spcPts val="0"/>
              </a:spcBef>
              <a:spcAft>
                <a:spcPts val="0"/>
              </a:spcAft>
              <a:buNone/>
            </a:pPr>
            <a:r>
              <a:rPr lang="en-US" sz="1400">
                <a:solidFill>
                  <a:schemeClr val="accent1"/>
                </a:solidFill>
                <a:latin typeface="Arial" panose="020B0604020202020204"/>
                <a:ea typeface="Arial" panose="020B0604020202020204"/>
                <a:cs typeface="Arial" panose="020B0604020202020204"/>
                <a:sym typeface="Arial" panose="020B0604020202020204"/>
              </a:rPr>
              <a:t>Vehículos de conducción autónoma</a:t>
            </a:r>
            <a:endParaRPr sz="1400">
              <a:solidFill>
                <a:schemeClr val="accent1"/>
              </a:solidFill>
              <a:latin typeface="Arial" panose="020B0604020202020204"/>
              <a:ea typeface="Arial" panose="020B0604020202020204"/>
              <a:cs typeface="Arial" panose="020B0604020202020204"/>
              <a:sym typeface="Arial" panose="020B0604020202020204"/>
            </a:endParaRPr>
          </a:p>
          <a:p>
            <a:pPr marL="0" marR="0" lvl="0" indent="0" algn="ctr" rtl="0">
              <a:spcBef>
                <a:spcPts val="0"/>
              </a:spcBef>
              <a:spcAft>
                <a:spcPts val="0"/>
              </a:spcAft>
              <a:buNone/>
            </a:pPr>
            <a:endParaRPr sz="1400">
              <a:solidFill>
                <a:schemeClr val="accent1"/>
              </a:solidFill>
              <a:latin typeface="Arial" panose="020B0604020202020204"/>
              <a:ea typeface="Arial" panose="020B0604020202020204"/>
              <a:cs typeface="Arial" panose="020B0604020202020204"/>
              <a:sym typeface="Arial" panose="020B0604020202020204"/>
            </a:endParaRPr>
          </a:p>
        </p:txBody>
      </p:sp>
      <p:sp>
        <p:nvSpPr>
          <p:cNvPr id="92" name="Google Shape;92;p4"/>
          <p:cNvSpPr txBox="1"/>
          <p:nvPr/>
        </p:nvSpPr>
        <p:spPr>
          <a:xfrm>
            <a:off x="7358630" y="3413125"/>
            <a:ext cx="92394" cy="369328"/>
          </a:xfrm>
          <a:prstGeom prst="rect">
            <a:avLst/>
          </a:prstGeom>
          <a:noFill/>
          <a:ln>
            <a:noFill/>
          </a:ln>
        </p:spPr>
        <p:txBody>
          <a:bodyPr spcFirstLastPara="1" wrap="square" lIns="45700" tIns="45700" rIns="45700" bIns="45700" anchor="t" anchorCtr="0">
            <a:spAutoFit/>
          </a:bodyPr>
          <a:lstStyle/>
          <a:p>
            <a:pPr marL="0" marR="0" lvl="0" indent="0" algn="l" rtl="0">
              <a:spcBef>
                <a:spcPts val="0"/>
              </a:spcBef>
              <a:spcAft>
                <a:spcPts val="0"/>
              </a:spcAft>
              <a:buNone/>
            </a:pPr>
            <a:endParaRPr sz="1800">
              <a:solidFill>
                <a:schemeClr val="dk1"/>
              </a:solidFill>
              <a:latin typeface="Arial" panose="020B0604020202020204"/>
              <a:ea typeface="Arial" panose="020B0604020202020204"/>
              <a:cs typeface="Arial" panose="020B0604020202020204"/>
              <a:sym typeface="Arial" panose="020B0604020202020204"/>
            </a:endParaRPr>
          </a:p>
        </p:txBody>
      </p:sp>
      <p:sp>
        <p:nvSpPr>
          <p:cNvPr id="93" name="Google Shape;93;p4"/>
          <p:cNvSpPr txBox="1"/>
          <p:nvPr/>
        </p:nvSpPr>
        <p:spPr>
          <a:xfrm>
            <a:off x="5170805" y="2338070"/>
            <a:ext cx="1768475" cy="305435"/>
          </a:xfrm>
          <a:prstGeom prst="rect">
            <a:avLst/>
          </a:prstGeom>
          <a:noFill/>
          <a:ln>
            <a:noFill/>
          </a:ln>
        </p:spPr>
        <p:txBody>
          <a:bodyPr spcFirstLastPara="1" wrap="square" lIns="45700" tIns="45700" rIns="45700" bIns="45700" anchor="t" anchorCtr="0">
            <a:spAutoFit/>
          </a:bodyPr>
          <a:lstStyle/>
          <a:p>
            <a:pPr marL="0" marR="0" lvl="0" indent="0" algn="l" rtl="0">
              <a:spcBef>
                <a:spcPts val="0"/>
              </a:spcBef>
              <a:spcAft>
                <a:spcPts val="0"/>
              </a:spcAft>
              <a:buNone/>
            </a:pPr>
            <a:r>
              <a:rPr lang="en-US" sz="1400">
                <a:solidFill>
                  <a:schemeClr val="accent1"/>
                </a:solidFill>
                <a:latin typeface="Arial" panose="020B0604020202020204"/>
                <a:ea typeface="Arial" panose="020B0604020202020204"/>
                <a:cs typeface="Arial" panose="020B0604020202020204"/>
                <a:sym typeface="Arial" panose="020B0604020202020204"/>
              </a:rPr>
              <a:t>Detección de fraude</a:t>
            </a:r>
            <a:endParaRPr sz="1400">
              <a:solidFill>
                <a:schemeClr val="accent1"/>
              </a:solidFill>
              <a:latin typeface="Arial" panose="020B0604020202020204"/>
              <a:ea typeface="Arial" panose="020B0604020202020204"/>
              <a:cs typeface="Arial" panose="020B0604020202020204"/>
              <a:sym typeface="Arial" panose="020B0604020202020204"/>
            </a:endParaRPr>
          </a:p>
        </p:txBody>
      </p:sp>
      <p:sp>
        <p:nvSpPr>
          <p:cNvPr id="94" name="Google Shape;94;p4"/>
          <p:cNvSpPr txBox="1"/>
          <p:nvPr/>
        </p:nvSpPr>
        <p:spPr>
          <a:xfrm>
            <a:off x="963468" y="5512180"/>
            <a:ext cx="2268061" cy="523216"/>
          </a:xfrm>
          <a:prstGeom prst="rect">
            <a:avLst/>
          </a:prstGeom>
          <a:noFill/>
          <a:ln>
            <a:noFill/>
          </a:ln>
        </p:spPr>
        <p:txBody>
          <a:bodyPr spcFirstLastPara="1" wrap="square" lIns="45700" tIns="45700" rIns="45700" bIns="45700" anchor="t" anchorCtr="0">
            <a:spAutoFit/>
          </a:bodyPr>
          <a:lstStyle/>
          <a:p>
            <a:pPr marL="0" marR="0" lvl="0" indent="0" algn="ctr" rtl="0">
              <a:spcBef>
                <a:spcPts val="0"/>
              </a:spcBef>
              <a:spcAft>
                <a:spcPts val="0"/>
              </a:spcAft>
              <a:buNone/>
            </a:pPr>
            <a:r>
              <a:rPr lang="en-US" sz="1400">
                <a:solidFill>
                  <a:schemeClr val="accent1"/>
                </a:solidFill>
                <a:latin typeface="Arial" panose="020B0604020202020204"/>
                <a:ea typeface="Arial" panose="020B0604020202020204"/>
                <a:cs typeface="Arial" panose="020B0604020202020204"/>
                <a:sym typeface="Arial" panose="020B0604020202020204"/>
              </a:rPr>
              <a:t>Sistemas de recomendación</a:t>
            </a:r>
            <a:endParaRPr sz="1400">
              <a:solidFill>
                <a:schemeClr val="accent1"/>
              </a:solidFill>
              <a:latin typeface="Arial" panose="020B0604020202020204"/>
              <a:ea typeface="Arial" panose="020B0604020202020204"/>
              <a:cs typeface="Arial" panose="020B0604020202020204"/>
              <a:sym typeface="Arial" panose="020B0604020202020204"/>
            </a:endParaRPr>
          </a:p>
        </p:txBody>
      </p:sp>
      <p:pic>
        <p:nvPicPr>
          <p:cNvPr id="95" name="Google Shape;95;p4" descr="Empresario, Inteligente, En Red, Control, Compruebe"/>
          <p:cNvPicPr preferRelativeResize="0"/>
          <p:nvPr/>
        </p:nvPicPr>
        <p:blipFill rotWithShape="1">
          <a:blip r:embed="rId3"/>
          <a:srcRect/>
          <a:stretch>
            <a:fillRect/>
          </a:stretch>
        </p:blipFill>
        <p:spPr>
          <a:xfrm>
            <a:off x="1117743" y="4162061"/>
            <a:ext cx="1959791" cy="1226911"/>
          </a:xfrm>
          <a:prstGeom prst="rect">
            <a:avLst/>
          </a:prstGeom>
          <a:noFill/>
          <a:ln>
            <a:noFill/>
          </a:ln>
        </p:spPr>
      </p:pic>
      <p:pic>
        <p:nvPicPr>
          <p:cNvPr id="96" name="Google Shape;96;p4" descr="Artificial Intelligence, Brain, Think"/>
          <p:cNvPicPr preferRelativeResize="0"/>
          <p:nvPr/>
        </p:nvPicPr>
        <p:blipFill rotWithShape="1">
          <a:blip r:embed="rId4"/>
          <a:srcRect/>
          <a:stretch>
            <a:fillRect/>
          </a:stretch>
        </p:blipFill>
        <p:spPr>
          <a:xfrm>
            <a:off x="8811752" y="3947334"/>
            <a:ext cx="1939185" cy="1292790"/>
          </a:xfrm>
          <a:prstGeom prst="rect">
            <a:avLst/>
          </a:prstGeom>
          <a:noFill/>
          <a:ln>
            <a:noFill/>
          </a:ln>
        </p:spPr>
      </p:pic>
      <p:pic>
        <p:nvPicPr>
          <p:cNvPr id="97" name="Google Shape;97;p4"/>
          <p:cNvPicPr preferRelativeResize="0"/>
          <p:nvPr/>
        </p:nvPicPr>
        <p:blipFill rotWithShape="1">
          <a:blip r:embed="rId5"/>
          <a:srcRect/>
          <a:stretch>
            <a:fillRect/>
          </a:stretch>
        </p:blipFill>
        <p:spPr>
          <a:xfrm>
            <a:off x="8615680" y="1301750"/>
            <a:ext cx="2135505" cy="1426210"/>
          </a:xfrm>
          <a:prstGeom prst="rect">
            <a:avLst/>
          </a:prstGeom>
          <a:noFill/>
          <a:ln>
            <a:noFill/>
          </a:ln>
        </p:spPr>
      </p:pic>
      <p:pic>
        <p:nvPicPr>
          <p:cNvPr id="98" name="Google Shape;98;p4"/>
          <p:cNvPicPr preferRelativeResize="0"/>
          <p:nvPr/>
        </p:nvPicPr>
        <p:blipFill rotWithShape="1">
          <a:blip r:embed="rId6"/>
          <a:srcRect/>
          <a:stretch>
            <a:fillRect/>
          </a:stretch>
        </p:blipFill>
        <p:spPr>
          <a:xfrm>
            <a:off x="4624588" y="3114809"/>
            <a:ext cx="2862262" cy="966787"/>
          </a:xfrm>
          <a:prstGeom prst="rect">
            <a:avLst/>
          </a:prstGeom>
          <a:noFill/>
          <a:ln>
            <a:noFill/>
          </a:ln>
        </p:spPr>
      </p:pic>
      <p:pic>
        <p:nvPicPr>
          <p:cNvPr id="99" name="Google Shape;99;p4" descr="Web, Web Developer, Full Stack Developer"/>
          <p:cNvPicPr preferRelativeResize="0"/>
          <p:nvPr/>
        </p:nvPicPr>
        <p:blipFill rotWithShape="1">
          <a:blip r:embed="rId7"/>
          <a:srcRect/>
          <a:stretch>
            <a:fillRect/>
          </a:stretch>
        </p:blipFill>
        <p:spPr>
          <a:xfrm>
            <a:off x="4787501" y="4719444"/>
            <a:ext cx="2535521" cy="1182548"/>
          </a:xfrm>
          <a:prstGeom prst="rect">
            <a:avLst/>
          </a:prstGeom>
          <a:noFill/>
          <a:ln>
            <a:noFill/>
          </a:ln>
        </p:spPr>
      </p:pic>
      <p:sp>
        <p:nvSpPr>
          <p:cNvPr id="100" name="Google Shape;100;p4"/>
          <p:cNvSpPr txBox="1"/>
          <p:nvPr/>
        </p:nvSpPr>
        <p:spPr>
          <a:xfrm>
            <a:off x="5241290" y="5975350"/>
            <a:ext cx="1678940" cy="305435"/>
          </a:xfrm>
          <a:prstGeom prst="rect">
            <a:avLst/>
          </a:prstGeom>
          <a:noFill/>
          <a:ln>
            <a:noFill/>
          </a:ln>
        </p:spPr>
        <p:txBody>
          <a:bodyPr spcFirstLastPara="1" wrap="square" lIns="45700" tIns="45700" rIns="45700" bIns="45700" anchor="t" anchorCtr="0">
            <a:spAutoFit/>
          </a:bodyPr>
          <a:lstStyle/>
          <a:p>
            <a:pPr marL="0" marR="0" lvl="0" indent="0" algn="l" rtl="0">
              <a:spcBef>
                <a:spcPts val="0"/>
              </a:spcBef>
              <a:spcAft>
                <a:spcPts val="0"/>
              </a:spcAft>
              <a:buNone/>
            </a:pPr>
            <a:r>
              <a:rPr lang="en-US" sz="1400">
                <a:solidFill>
                  <a:schemeClr val="accent1"/>
                </a:solidFill>
                <a:latin typeface="Arial" panose="020B0604020202020204"/>
                <a:ea typeface="Arial" panose="020B0604020202020204"/>
                <a:cs typeface="Arial" panose="020B0604020202020204"/>
                <a:sym typeface="Arial" panose="020B0604020202020204"/>
              </a:rPr>
              <a:t>Frameworks webs</a:t>
            </a:r>
            <a:endParaRPr sz="1400">
              <a:solidFill>
                <a:schemeClr val="accent1"/>
              </a:solidFill>
              <a:latin typeface="Arial" panose="020B0604020202020204"/>
              <a:ea typeface="Arial" panose="020B0604020202020204"/>
              <a:cs typeface="Arial" panose="020B0604020202020204"/>
              <a:sym typeface="Arial" panose="020B0604020202020204"/>
            </a:endParaRPr>
          </a:p>
        </p:txBody>
      </p:sp>
      <p:sp>
        <p:nvSpPr>
          <p:cNvPr id="101" name="Google Shape;101;p4"/>
          <p:cNvSpPr txBox="1"/>
          <p:nvPr/>
        </p:nvSpPr>
        <p:spPr>
          <a:xfrm>
            <a:off x="9244965" y="2727960"/>
            <a:ext cx="876300" cy="305435"/>
          </a:xfrm>
          <a:prstGeom prst="rect">
            <a:avLst/>
          </a:prstGeom>
          <a:noFill/>
          <a:ln>
            <a:noFill/>
          </a:ln>
        </p:spPr>
        <p:txBody>
          <a:bodyPr spcFirstLastPara="1" wrap="square" lIns="45700" tIns="45700" rIns="45700" bIns="45700" anchor="t" anchorCtr="0">
            <a:spAutoFit/>
          </a:bodyPr>
          <a:lstStyle/>
          <a:p>
            <a:pPr marL="0" marR="0" lvl="0" indent="0" algn="l" rtl="0">
              <a:spcBef>
                <a:spcPts val="0"/>
              </a:spcBef>
              <a:spcAft>
                <a:spcPts val="0"/>
              </a:spcAft>
              <a:buNone/>
            </a:pPr>
            <a:r>
              <a:rPr lang="en-US" sz="1400">
                <a:solidFill>
                  <a:schemeClr val="accent1"/>
                </a:solidFill>
                <a:latin typeface="Arial" panose="020B0604020202020204"/>
                <a:ea typeface="Arial" panose="020B0604020202020204"/>
                <a:cs typeface="Arial" panose="020B0604020202020204"/>
                <a:sym typeface="Arial" panose="020B0604020202020204"/>
              </a:rPr>
              <a:t>Big Data</a:t>
            </a:r>
            <a:endParaRPr sz="1400">
              <a:solidFill>
                <a:schemeClr val="accent1"/>
              </a:solidFill>
              <a:latin typeface="Arial" panose="020B0604020202020204"/>
              <a:ea typeface="Arial" panose="020B0604020202020204"/>
              <a:cs typeface="Arial" panose="020B0604020202020204"/>
              <a:sym typeface="Arial" panose="020B0604020202020204"/>
            </a:endParaRPr>
          </a:p>
        </p:txBody>
      </p:sp>
      <p:sp>
        <p:nvSpPr>
          <p:cNvPr id="102" name="Google Shape;102;p4"/>
          <p:cNvSpPr txBox="1"/>
          <p:nvPr/>
        </p:nvSpPr>
        <p:spPr>
          <a:xfrm>
            <a:off x="8977630" y="5240020"/>
            <a:ext cx="1607820" cy="305435"/>
          </a:xfrm>
          <a:prstGeom prst="rect">
            <a:avLst/>
          </a:prstGeom>
          <a:noFill/>
          <a:ln>
            <a:noFill/>
          </a:ln>
        </p:spPr>
        <p:txBody>
          <a:bodyPr spcFirstLastPara="1" wrap="square" lIns="45700" tIns="45700" rIns="45700" bIns="45700" anchor="t" anchorCtr="0">
            <a:spAutoFit/>
          </a:bodyPr>
          <a:lstStyle/>
          <a:p>
            <a:pPr marL="0" marR="0" lvl="0" indent="0" algn="l" rtl="0">
              <a:spcBef>
                <a:spcPts val="0"/>
              </a:spcBef>
              <a:spcAft>
                <a:spcPts val="0"/>
              </a:spcAft>
              <a:buNone/>
            </a:pPr>
            <a:r>
              <a:rPr lang="en-US" sz="1400" b="1">
                <a:solidFill>
                  <a:schemeClr val="accent1"/>
                </a:solidFill>
                <a:latin typeface="Arial" panose="020B0604020202020204"/>
                <a:ea typeface="Arial" panose="020B0604020202020204"/>
                <a:cs typeface="Arial" panose="020B0604020202020204"/>
                <a:sym typeface="Arial" panose="020B0604020202020204"/>
              </a:rPr>
              <a:t>Deep Learning</a:t>
            </a:r>
            <a:endParaRPr sz="1400" b="1">
              <a:solidFill>
                <a:schemeClr val="accent1"/>
              </a:solidFill>
              <a:latin typeface="Arial" panose="020B0604020202020204"/>
              <a:ea typeface="Arial" panose="020B0604020202020204"/>
              <a:cs typeface="Arial" panose="020B0604020202020204"/>
              <a:sym typeface="Arial" panose="020B0604020202020204"/>
            </a:endParaRPr>
          </a:p>
        </p:txBody>
      </p:sp>
      <p:sp>
        <p:nvSpPr>
          <p:cNvPr id="103" name="Google Shape;103;p4"/>
          <p:cNvSpPr txBox="1"/>
          <p:nvPr/>
        </p:nvSpPr>
        <p:spPr>
          <a:xfrm>
            <a:off x="109242" y="6520520"/>
            <a:ext cx="3032974" cy="230828"/>
          </a:xfrm>
          <a:prstGeom prst="rect">
            <a:avLst/>
          </a:prstGeom>
          <a:noFill/>
          <a:ln>
            <a:noFill/>
          </a:ln>
        </p:spPr>
        <p:txBody>
          <a:bodyPr spcFirstLastPara="1" wrap="square" lIns="45700" tIns="45700" rIns="45700" bIns="45700" anchor="t" anchorCtr="0">
            <a:spAutoFit/>
          </a:bodyPr>
          <a:lstStyle/>
          <a:p>
            <a:pPr marL="0" marR="0" lvl="0" indent="0" algn="l" rtl="0">
              <a:spcBef>
                <a:spcPts val="0"/>
              </a:spcBef>
              <a:spcAft>
                <a:spcPts val="0"/>
              </a:spcAft>
              <a:buNone/>
            </a:pPr>
            <a:r>
              <a:rPr lang="en-US" sz="900">
                <a:solidFill>
                  <a:schemeClr val="dk1"/>
                </a:solidFill>
                <a:latin typeface="Arial" panose="020B0604020202020204"/>
                <a:ea typeface="Arial" panose="020B0604020202020204"/>
                <a:cs typeface="Arial" panose="020B0604020202020204"/>
                <a:sym typeface="Arial" panose="020B0604020202020204"/>
              </a:rPr>
              <a:t>Imágenes procedentes de pixabay</a:t>
            </a:r>
            <a:endParaRPr sz="900">
              <a:solidFill>
                <a:schemeClr val="dk1"/>
              </a:solidFill>
              <a:latin typeface="Arial" panose="020B0604020202020204"/>
              <a:ea typeface="Arial" panose="020B0604020202020204"/>
              <a:cs typeface="Arial" panose="020B0604020202020204"/>
              <a:sym typeface="Arial" panose="020B0604020202020204"/>
            </a:endParaRPr>
          </a:p>
        </p:txBody>
      </p:sp>
      <p:cxnSp>
        <p:nvCxnSpPr>
          <p:cNvPr id="104" name="Google Shape;104;p4"/>
          <p:cNvCxnSpPr>
            <a:stCxn id="89" idx="3"/>
            <a:endCxn id="98" idx="1"/>
          </p:cNvCxnSpPr>
          <p:nvPr/>
        </p:nvCxnSpPr>
        <p:spPr>
          <a:xfrm>
            <a:off x="3374107" y="1947887"/>
            <a:ext cx="1250400" cy="1650300"/>
          </a:xfrm>
          <a:prstGeom prst="curvedConnector3">
            <a:avLst>
              <a:gd name="adj1" fmla="val 49994"/>
            </a:avLst>
          </a:prstGeom>
          <a:noFill/>
          <a:ln w="19050" cap="flat" cmpd="sng">
            <a:solidFill>
              <a:schemeClr val="accent1"/>
            </a:solidFill>
            <a:prstDash val="solid"/>
            <a:miter lim="800000"/>
            <a:headEnd type="none" w="sm" len="sm"/>
            <a:tailEnd type="triangle" w="med" len="med"/>
          </a:ln>
        </p:spPr>
      </p:cxnSp>
      <p:cxnSp>
        <p:nvCxnSpPr>
          <p:cNvPr id="105" name="Google Shape;105;p4"/>
          <p:cNvCxnSpPr/>
          <p:nvPr/>
        </p:nvCxnSpPr>
        <p:spPr>
          <a:xfrm rot="-5400000" flipH="1">
            <a:off x="5820011" y="2878856"/>
            <a:ext cx="471300" cy="600"/>
          </a:xfrm>
          <a:prstGeom prst="curvedConnector3">
            <a:avLst>
              <a:gd name="adj1" fmla="val 49919"/>
            </a:avLst>
          </a:prstGeom>
          <a:noFill/>
          <a:ln w="19050" cap="flat" cmpd="sng">
            <a:solidFill>
              <a:schemeClr val="accent1"/>
            </a:solidFill>
            <a:prstDash val="solid"/>
            <a:miter lim="800000"/>
            <a:headEnd type="none" w="sm" len="sm"/>
            <a:tailEnd type="triangle" w="med" len="med"/>
          </a:ln>
        </p:spPr>
      </p:cxnSp>
      <p:cxnSp>
        <p:nvCxnSpPr>
          <p:cNvPr id="106" name="Google Shape;106;p4"/>
          <p:cNvCxnSpPr>
            <a:stCxn id="95" idx="3"/>
            <a:endCxn id="98" idx="1"/>
          </p:cNvCxnSpPr>
          <p:nvPr/>
        </p:nvCxnSpPr>
        <p:spPr>
          <a:xfrm rot="10800000" flipH="1">
            <a:off x="3077534" y="3598317"/>
            <a:ext cx="1547100" cy="1177200"/>
          </a:xfrm>
          <a:prstGeom prst="curvedConnector3">
            <a:avLst>
              <a:gd name="adj1" fmla="val 50013"/>
            </a:avLst>
          </a:prstGeom>
          <a:noFill/>
          <a:ln w="19050" cap="flat" cmpd="sng">
            <a:solidFill>
              <a:schemeClr val="accent1"/>
            </a:solidFill>
            <a:prstDash val="solid"/>
            <a:miter lim="800000"/>
            <a:headEnd type="none" w="sm" len="sm"/>
            <a:tailEnd type="triangle" w="med" len="med"/>
          </a:ln>
        </p:spPr>
      </p:cxnSp>
      <p:cxnSp>
        <p:nvCxnSpPr>
          <p:cNvPr id="107" name="Google Shape;107;p4"/>
          <p:cNvCxnSpPr/>
          <p:nvPr/>
        </p:nvCxnSpPr>
        <p:spPr>
          <a:xfrm rot="-5400000">
            <a:off x="5736610" y="4399970"/>
            <a:ext cx="638100" cy="600"/>
          </a:xfrm>
          <a:prstGeom prst="curvedConnector3">
            <a:avLst>
              <a:gd name="adj1" fmla="val 49956"/>
            </a:avLst>
          </a:prstGeom>
          <a:noFill/>
          <a:ln w="19050" cap="flat" cmpd="sng">
            <a:solidFill>
              <a:schemeClr val="accent1"/>
            </a:solidFill>
            <a:prstDash val="solid"/>
            <a:miter lim="800000"/>
            <a:headEnd type="none" w="sm" len="sm"/>
            <a:tailEnd type="triangle" w="med" len="med"/>
          </a:ln>
        </p:spPr>
      </p:cxnSp>
      <p:cxnSp>
        <p:nvCxnSpPr>
          <p:cNvPr id="108" name="Google Shape;108;p4"/>
          <p:cNvCxnSpPr>
            <a:stCxn id="96" idx="0"/>
            <a:endCxn id="98" idx="3"/>
          </p:cNvCxnSpPr>
          <p:nvPr/>
        </p:nvCxnSpPr>
        <p:spPr>
          <a:xfrm rot="5400000" flipH="1">
            <a:off x="8459545" y="2625534"/>
            <a:ext cx="349200" cy="2294400"/>
          </a:xfrm>
          <a:prstGeom prst="curvedConnector2">
            <a:avLst/>
          </a:prstGeom>
          <a:noFill/>
          <a:ln w="19050" cap="flat" cmpd="sng">
            <a:solidFill>
              <a:schemeClr val="accent1"/>
            </a:solidFill>
            <a:prstDash val="solid"/>
            <a:miter lim="800000"/>
            <a:headEnd type="none" w="sm" len="sm"/>
            <a:tailEnd type="triangle" w="med" len="med"/>
          </a:ln>
        </p:spPr>
      </p:cxnSp>
      <p:cxnSp>
        <p:nvCxnSpPr>
          <p:cNvPr id="109" name="Google Shape;109;p4"/>
          <p:cNvCxnSpPr>
            <a:stCxn id="101" idx="2"/>
            <a:endCxn id="98" idx="3"/>
          </p:cNvCxnSpPr>
          <p:nvPr/>
        </p:nvCxnSpPr>
        <p:spPr>
          <a:xfrm rot="5400000">
            <a:off x="8302515" y="2217695"/>
            <a:ext cx="564900" cy="2196300"/>
          </a:xfrm>
          <a:prstGeom prst="curvedConnector2">
            <a:avLst/>
          </a:prstGeom>
          <a:noFill/>
          <a:ln w="19050" cap="flat" cmpd="sng">
            <a:solidFill>
              <a:schemeClr val="accent1"/>
            </a:solidFill>
            <a:prstDash val="solid"/>
            <a:miter lim="800000"/>
            <a:headEnd type="none" w="sm" len="sm"/>
            <a:tailEnd type="triangle" w="med" len="med"/>
          </a:ln>
        </p:spPr>
      </p:cxn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13" name="Shape 113"/>
        <p:cNvGrpSpPr/>
        <p:nvPr/>
      </p:nvGrpSpPr>
      <p:grpSpPr>
        <a:xfrm>
          <a:off x="0" y="0"/>
          <a:ext cx="0" cy="0"/>
          <a:chOff x="0" y="0"/>
          <a:chExt cx="0" cy="0"/>
        </a:xfrm>
      </p:grpSpPr>
      <p:sp>
        <p:nvSpPr>
          <p:cNvPr id="114" name="Google Shape;114;p5"/>
          <p:cNvSpPr txBox="1"/>
          <p:nvPr/>
        </p:nvSpPr>
        <p:spPr>
          <a:xfrm>
            <a:off x="555625" y="293370"/>
            <a:ext cx="10586720" cy="582295"/>
          </a:xfrm>
          <a:prstGeom prst="rect">
            <a:avLst/>
          </a:prstGeom>
          <a:noFill/>
          <a:ln>
            <a:noFill/>
          </a:ln>
        </p:spPr>
        <p:txBody>
          <a:bodyPr spcFirstLastPara="1" wrap="square" lIns="91425" tIns="45700" rIns="91425" bIns="45700" anchor="t" anchorCtr="0">
            <a:spAutoFit/>
            <a:scene3d>
              <a:camera prst="orthographicFront"/>
              <a:lightRig rig="threePt" dir="t"/>
            </a:scene3d>
          </a:bodyPr>
          <a:lstStyle/>
          <a:p>
            <a:pPr marL="0" marR="0" lvl="0" indent="0" algn="l" rtl="0">
              <a:spcBef>
                <a:spcPts val="0"/>
              </a:spcBef>
              <a:spcAft>
                <a:spcPts val="0"/>
              </a:spcAft>
              <a:buNone/>
            </a:pPr>
            <a:r>
              <a:rPr lang="es-ES_tradnl" sz="3200" b="1">
                <a:solidFill>
                  <a:schemeClr val="tx1"/>
                </a:solidFill>
                <a:effectLst>
                  <a:outerShdw blurRad="38100" dist="19050" dir="2700000" algn="tl" rotWithShape="0">
                    <a:schemeClr val="dk1">
                      <a:alpha val="40000"/>
                    </a:schemeClr>
                  </a:outerShdw>
                </a:effectLst>
                <a:latin typeface="Lato Black" panose="020F0502020204030203"/>
                <a:ea typeface="Lato Black" panose="020F0502020204030203"/>
                <a:cs typeface="Lato Black" panose="020F0502020204030203"/>
                <a:sym typeface="Lato Black" panose="020F0502020204030203"/>
              </a:rPr>
              <a:t>Fundamentos de Python</a:t>
            </a:r>
            <a:endParaRPr lang="es-ES_tradnl" sz="3200" b="1">
              <a:solidFill>
                <a:schemeClr val="tx1"/>
              </a:solidFill>
              <a:effectLst>
                <a:outerShdw blurRad="38100" dist="19050" dir="2700000" algn="tl" rotWithShape="0">
                  <a:schemeClr val="dk1">
                    <a:alpha val="40000"/>
                  </a:schemeClr>
                </a:outerShdw>
              </a:effectLst>
              <a:latin typeface="Lato Black" panose="020F0502020204030203"/>
              <a:ea typeface="Lato Black" panose="020F0502020204030203"/>
              <a:cs typeface="Lato Black" panose="020F0502020204030203"/>
              <a:sym typeface="Lato Black" panose="020F0502020204030203"/>
            </a:endParaRPr>
          </a:p>
        </p:txBody>
      </p:sp>
      <p:sp>
        <p:nvSpPr>
          <p:cNvPr id="1" name="Text Box 0"/>
          <p:cNvSpPr txBox="1"/>
          <p:nvPr/>
        </p:nvSpPr>
        <p:spPr>
          <a:xfrm>
            <a:off x="555625" y="1014095"/>
            <a:ext cx="11080115" cy="5631180"/>
          </a:xfrm>
          <a:prstGeom prst="rect">
            <a:avLst/>
          </a:prstGeom>
          <a:noFill/>
        </p:spPr>
        <p:txBody>
          <a:bodyPr wrap="square" rtlCol="0" anchor="t">
            <a:spAutoFit/>
          </a:bodyPr>
          <a:p>
            <a:pPr algn="just"/>
            <a:r>
              <a:rPr lang="en-US" sz="2000">
                <a:solidFill>
                  <a:srgbClr val="3F3F3F"/>
                </a:solidFill>
              </a:rPr>
              <a:t>Python es un lenguaje de programación de alto nivel, interpretado, orientado a objetos y de uso generalizado que se utiliza para la programación de propósito general.</a:t>
            </a:r>
            <a:endParaRPr lang="en-US" sz="2000">
              <a:solidFill>
                <a:srgbClr val="3F3F3F"/>
              </a:solidFill>
            </a:endParaRPr>
          </a:p>
          <a:p>
            <a:pPr algn="just"/>
            <a:endParaRPr lang="en-US" sz="2000">
              <a:solidFill>
                <a:srgbClr val="3F3F3F"/>
              </a:solidFill>
            </a:endParaRPr>
          </a:p>
          <a:p>
            <a:pPr algn="just"/>
            <a:r>
              <a:rPr lang="en-US" sz="2000">
                <a:solidFill>
                  <a:srgbClr val="3F3F3F"/>
                </a:solidFill>
              </a:rPr>
              <a:t>Un </a:t>
            </a:r>
            <a:r>
              <a:rPr lang="en-US" sz="2000" b="1">
                <a:solidFill>
                  <a:srgbClr val="3F3F3F"/>
                </a:solidFill>
              </a:rPr>
              <a:t>lenguaje de alto nivel</a:t>
            </a:r>
            <a:r>
              <a:rPr lang="en-US" sz="2000">
                <a:solidFill>
                  <a:srgbClr val="3F3F3F"/>
                </a:solidFill>
              </a:rPr>
              <a:t> es similar al lenguaje natural ya que usa símbolos, palabras y convenciones legibles para los humanos y nos permite expresar comandos a computadoras que son mucho más complejas que la lista de instrucciones (IL) que estas entienden.</a:t>
            </a:r>
            <a:endParaRPr lang="en-US" sz="2000">
              <a:solidFill>
                <a:srgbClr val="3F3F3F"/>
              </a:solidFill>
            </a:endParaRPr>
          </a:p>
          <a:p>
            <a:pPr algn="just"/>
            <a:endParaRPr lang="en-US" sz="2000">
              <a:solidFill>
                <a:srgbClr val="3F3F3F"/>
              </a:solidFill>
            </a:endParaRPr>
          </a:p>
          <a:p>
            <a:pPr algn="just"/>
            <a:r>
              <a:rPr lang="en-US" sz="2000">
                <a:solidFill>
                  <a:srgbClr val="3F3F3F"/>
                </a:solidFill>
              </a:rPr>
              <a:t>Es importante conocer que hay dos formas diferentes de transformar un programa de un lenguaje de programación de alto nivel a un lenguaje de máquina:</a:t>
            </a:r>
            <a:endParaRPr lang="en-US" sz="2000">
              <a:solidFill>
                <a:srgbClr val="3F3F3F"/>
              </a:solidFill>
            </a:endParaRPr>
          </a:p>
          <a:p>
            <a:pPr algn="just"/>
            <a:endParaRPr lang="en-US" sz="2000">
              <a:solidFill>
                <a:srgbClr val="3F3F3F"/>
              </a:solidFill>
            </a:endParaRPr>
          </a:p>
          <a:p>
            <a:pPr marL="342900" indent="-342900" algn="just">
              <a:buFont typeface="Arial" panose="020B0604020202020204" pitchFamily="34" charset="0"/>
              <a:buChar char="•"/>
            </a:pPr>
            <a:r>
              <a:rPr lang="en-US" sz="2000" b="1">
                <a:solidFill>
                  <a:srgbClr val="3F3F3F"/>
                </a:solidFill>
              </a:rPr>
              <a:t>Compilación </a:t>
            </a:r>
            <a:r>
              <a:rPr lang="en-US" sz="2000">
                <a:solidFill>
                  <a:srgbClr val="3F3F3F"/>
                </a:solidFill>
              </a:rPr>
              <a:t>- El programa fuente se traduce una vez obteniendo un archivo que contiene el código máquina (por ejemplo, un .exe si se trabaja en windows) y es este el archivo que se distribuye. Cada vez que se modifica el código fuente debe repetirse esta traducción. El programa que realiza la traducción se llama compilador o traductor.</a:t>
            </a:r>
            <a:endParaRPr lang="en-US" sz="2000">
              <a:solidFill>
                <a:srgbClr val="3F3F3F"/>
              </a:solidFill>
            </a:endParaRPr>
          </a:p>
          <a:p>
            <a:pPr marL="342900" indent="-342900" algn="just">
              <a:buFont typeface="Arial" panose="020B0604020202020204" pitchFamily="34" charset="0"/>
              <a:buChar char="•"/>
            </a:pPr>
            <a:r>
              <a:rPr lang="en-US" sz="2000" b="1">
                <a:solidFill>
                  <a:srgbClr val="3F3F3F"/>
                </a:solidFill>
              </a:rPr>
              <a:t>Interpretación </a:t>
            </a:r>
            <a:r>
              <a:rPr lang="en-US" sz="2000">
                <a:solidFill>
                  <a:srgbClr val="3F3F3F"/>
                </a:solidFill>
              </a:rPr>
              <a:t>- El programa fuente se traduce a código máquina cada vez que se ejecuta el programa. El programa que realiza este tipo de transformación se denomina intérprete ya que interpreta el código cada vez que se ejecuta. El usuario final necesitará el código fuente más el intérprete para poderlo ejecutar.</a:t>
            </a:r>
            <a:endParaRPr lang="en-US" sz="2000">
              <a:solidFill>
                <a:srgbClr val="3F3F3F"/>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13" name="Shape 113"/>
        <p:cNvGrpSpPr/>
        <p:nvPr/>
      </p:nvGrpSpPr>
      <p:grpSpPr>
        <a:xfrm>
          <a:off x="0" y="0"/>
          <a:ext cx="0" cy="0"/>
          <a:chOff x="0" y="0"/>
          <a:chExt cx="0" cy="0"/>
        </a:xfrm>
      </p:grpSpPr>
      <p:sp>
        <p:nvSpPr>
          <p:cNvPr id="114" name="Google Shape;114;p5"/>
          <p:cNvSpPr txBox="1"/>
          <p:nvPr/>
        </p:nvSpPr>
        <p:spPr>
          <a:xfrm>
            <a:off x="555625" y="293370"/>
            <a:ext cx="10586720" cy="582295"/>
          </a:xfrm>
          <a:prstGeom prst="rect">
            <a:avLst/>
          </a:prstGeom>
          <a:noFill/>
          <a:ln>
            <a:noFill/>
          </a:ln>
        </p:spPr>
        <p:txBody>
          <a:bodyPr spcFirstLastPara="1" wrap="square" lIns="91425" tIns="45700" rIns="91425" bIns="45700" anchor="t" anchorCtr="0">
            <a:spAutoFit/>
            <a:scene3d>
              <a:camera prst="orthographicFront"/>
              <a:lightRig rig="threePt" dir="t"/>
            </a:scene3d>
          </a:bodyPr>
          <a:lstStyle/>
          <a:p>
            <a:pPr marL="0" marR="0" lvl="0" indent="0" algn="l" rtl="0">
              <a:spcBef>
                <a:spcPts val="0"/>
              </a:spcBef>
              <a:spcAft>
                <a:spcPts val="0"/>
              </a:spcAft>
              <a:buNone/>
            </a:pPr>
            <a:r>
              <a:rPr lang="es-ES_tradnl" sz="3200" b="1">
                <a:solidFill>
                  <a:schemeClr val="tx1"/>
                </a:solidFill>
                <a:effectLst>
                  <a:outerShdw blurRad="38100" dist="19050" dir="2700000" algn="tl" rotWithShape="0">
                    <a:schemeClr val="dk1">
                      <a:alpha val="40000"/>
                    </a:schemeClr>
                  </a:outerShdw>
                </a:effectLst>
                <a:latin typeface="Lato Black" panose="020F0502020204030203"/>
                <a:ea typeface="Lato Black" panose="020F0502020204030203"/>
                <a:cs typeface="Lato Black" panose="020F0502020204030203"/>
                <a:sym typeface="Lato Black" panose="020F0502020204030203"/>
              </a:rPr>
              <a:t>Fundamentos de Python</a:t>
            </a:r>
            <a:endParaRPr lang="es-ES_tradnl" sz="3200" b="1">
              <a:solidFill>
                <a:schemeClr val="tx1"/>
              </a:solidFill>
              <a:effectLst>
                <a:outerShdw blurRad="38100" dist="19050" dir="2700000" algn="tl" rotWithShape="0">
                  <a:schemeClr val="dk1">
                    <a:alpha val="40000"/>
                  </a:schemeClr>
                </a:outerShdw>
              </a:effectLst>
              <a:latin typeface="Lato Black" panose="020F0502020204030203"/>
              <a:ea typeface="Lato Black" panose="020F0502020204030203"/>
              <a:cs typeface="Lato Black" panose="020F0502020204030203"/>
              <a:sym typeface="Lato Black" panose="020F0502020204030203"/>
            </a:endParaRPr>
          </a:p>
        </p:txBody>
      </p:sp>
      <p:pic>
        <p:nvPicPr>
          <p:cNvPr id="2" name="Picture 1"/>
          <p:cNvPicPr>
            <a:picLocks noChangeAspect="1"/>
          </p:cNvPicPr>
          <p:nvPr/>
        </p:nvPicPr>
        <p:blipFill>
          <a:blip r:embed="rId1"/>
          <a:stretch>
            <a:fillRect/>
          </a:stretch>
        </p:blipFill>
        <p:spPr>
          <a:xfrm>
            <a:off x="157480" y="1807845"/>
            <a:ext cx="11819255" cy="209169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13" name="Shape 113"/>
        <p:cNvGrpSpPr/>
        <p:nvPr/>
      </p:nvGrpSpPr>
      <p:grpSpPr>
        <a:xfrm>
          <a:off x="0" y="0"/>
          <a:ext cx="0" cy="0"/>
          <a:chOff x="0" y="0"/>
          <a:chExt cx="0" cy="0"/>
        </a:xfrm>
      </p:grpSpPr>
      <p:sp>
        <p:nvSpPr>
          <p:cNvPr id="114" name="Google Shape;114;p5"/>
          <p:cNvSpPr txBox="1"/>
          <p:nvPr/>
        </p:nvSpPr>
        <p:spPr>
          <a:xfrm>
            <a:off x="555625" y="293370"/>
            <a:ext cx="10586720" cy="1075055"/>
          </a:xfrm>
          <a:prstGeom prst="rect">
            <a:avLst/>
          </a:prstGeom>
          <a:noFill/>
          <a:ln>
            <a:noFill/>
          </a:ln>
        </p:spPr>
        <p:txBody>
          <a:bodyPr spcFirstLastPara="1" wrap="square" lIns="91425" tIns="45700" rIns="91425" bIns="45700" anchor="t" anchorCtr="0">
            <a:spAutoFit/>
            <a:scene3d>
              <a:camera prst="orthographicFront"/>
              <a:lightRig rig="threePt" dir="t"/>
            </a:scene3d>
          </a:bodyPr>
          <a:lstStyle/>
          <a:p>
            <a:pPr marL="0" marR="0" lvl="0" indent="0" algn="l" rtl="0">
              <a:spcBef>
                <a:spcPts val="0"/>
              </a:spcBef>
              <a:spcAft>
                <a:spcPts val="0"/>
              </a:spcAft>
              <a:buNone/>
            </a:pPr>
            <a:r>
              <a:rPr lang="es-ES_tradnl" sz="3200" b="1">
                <a:solidFill>
                  <a:schemeClr val="tx1"/>
                </a:solidFill>
                <a:effectLst>
                  <a:outerShdw blurRad="38100" dist="19050" dir="2700000" algn="tl" rotWithShape="0">
                    <a:schemeClr val="dk1">
                      <a:alpha val="40000"/>
                    </a:schemeClr>
                  </a:outerShdw>
                </a:effectLst>
                <a:latin typeface="Lato Black" panose="020F0502020204030203"/>
                <a:ea typeface="Lato Black" panose="020F0502020204030203"/>
                <a:cs typeface="Lato Black" panose="020F0502020204030203"/>
                <a:sym typeface="Lato Black" panose="020F0502020204030203"/>
              </a:rPr>
              <a:t>Fundamentos de Python</a:t>
            </a:r>
            <a:endParaRPr lang="es-ES_tradnl" sz="3200" b="1">
              <a:solidFill>
                <a:schemeClr val="tx1"/>
              </a:solidFill>
              <a:effectLst>
                <a:outerShdw blurRad="38100" dist="19050" dir="2700000" algn="tl" rotWithShape="0">
                  <a:schemeClr val="dk1">
                    <a:alpha val="40000"/>
                  </a:schemeClr>
                </a:outerShdw>
              </a:effectLst>
              <a:latin typeface="Lato Black" panose="020F0502020204030203"/>
              <a:ea typeface="Lato Black" panose="020F0502020204030203"/>
              <a:cs typeface="Lato Black" panose="020F0502020204030203"/>
              <a:sym typeface="Lato Black" panose="020F0502020204030203"/>
            </a:endParaRPr>
          </a:p>
          <a:p>
            <a:pPr marL="0" marR="0" lvl="0" indent="0" algn="l" rtl="0">
              <a:spcBef>
                <a:spcPts val="0"/>
              </a:spcBef>
              <a:spcAft>
                <a:spcPts val="0"/>
              </a:spcAft>
              <a:buNone/>
            </a:pPr>
            <a:endParaRPr lang="es-ES_tradnl" altLang="en-US" sz="3200" b="1">
              <a:solidFill>
                <a:schemeClr val="tx1"/>
              </a:solidFill>
              <a:effectLst>
                <a:outerShdw blurRad="38100" dist="19050" dir="2700000" algn="tl" rotWithShape="0">
                  <a:schemeClr val="dk1">
                    <a:alpha val="40000"/>
                  </a:schemeClr>
                </a:outerShdw>
              </a:effectLst>
              <a:latin typeface="Lato Black" panose="020F0502020204030203"/>
              <a:ea typeface="Lato Black" panose="020F0502020204030203"/>
              <a:cs typeface="Lato Black" panose="020F0502020204030203"/>
              <a:sym typeface="Lato Black" panose="020F0502020204030203"/>
            </a:endParaRPr>
          </a:p>
        </p:txBody>
      </p:sp>
      <p:sp>
        <p:nvSpPr>
          <p:cNvPr id="1" name="Text Box 0"/>
          <p:cNvSpPr txBox="1"/>
          <p:nvPr/>
        </p:nvSpPr>
        <p:spPr>
          <a:xfrm>
            <a:off x="555625" y="1014095"/>
            <a:ext cx="6972935" cy="5631180"/>
          </a:xfrm>
          <a:prstGeom prst="rect">
            <a:avLst/>
          </a:prstGeom>
          <a:noFill/>
        </p:spPr>
        <p:txBody>
          <a:bodyPr wrap="square" rtlCol="0" anchor="t">
            <a:spAutoFit/>
          </a:bodyPr>
          <a:p>
            <a:pPr marL="0" indent="0" algn="just">
              <a:buSzTx/>
              <a:buNone/>
            </a:pPr>
            <a:r>
              <a:rPr lang="en-US" sz="2000">
                <a:solidFill>
                  <a:srgbClr val="3F3F3F"/>
                </a:solidFill>
              </a:rPr>
              <a:t>Python fue creado por </a:t>
            </a:r>
            <a:r>
              <a:rPr lang="en-US" sz="2000" b="1">
                <a:solidFill>
                  <a:srgbClr val="3F3F3F"/>
                </a:solidFill>
              </a:rPr>
              <a:t>Guido van Rossum</a:t>
            </a:r>
            <a:r>
              <a:rPr lang="en-US" sz="2000">
                <a:solidFill>
                  <a:srgbClr val="3F3F3F"/>
                </a:solidFill>
              </a:rPr>
              <a:t>, nacido en 1956 en Haarlem, Países Bajos. Por supuesto, Guido van Rossum no desarrolló y evolucionó todos los componentes de Python.</a:t>
            </a:r>
            <a:endParaRPr lang="en-US" sz="2000">
              <a:solidFill>
                <a:srgbClr val="3F3F3F"/>
              </a:solidFill>
            </a:endParaRPr>
          </a:p>
          <a:p>
            <a:pPr marL="0" indent="0" algn="just">
              <a:buSzTx/>
              <a:buNone/>
            </a:pPr>
            <a:endParaRPr lang="en-US" sz="2000">
              <a:solidFill>
                <a:srgbClr val="3F3F3F"/>
              </a:solidFill>
            </a:endParaRPr>
          </a:p>
          <a:p>
            <a:pPr marL="0" indent="0" algn="just">
              <a:buSzTx/>
              <a:buNone/>
            </a:pPr>
            <a:r>
              <a:rPr lang="en-US" sz="2000">
                <a:solidFill>
                  <a:srgbClr val="3F3F3F"/>
                </a:solidFill>
              </a:rPr>
              <a:t>Aunque puede que conozcas a la pitón como una gran serpiente, el nombre del lenguaje de programación Python proviene de una vieja serie de comedia de la BBC llamada </a:t>
            </a:r>
            <a:r>
              <a:rPr lang="en-US" sz="2000" b="1">
                <a:solidFill>
                  <a:srgbClr val="3F3F3F"/>
                </a:solidFill>
              </a:rPr>
              <a:t>Monty Python's Flying Circus.</a:t>
            </a:r>
            <a:endParaRPr lang="en-US" sz="2000">
              <a:solidFill>
                <a:srgbClr val="3F3F3F"/>
              </a:solidFill>
            </a:endParaRPr>
          </a:p>
          <a:p>
            <a:pPr marL="0" indent="0" algn="just">
              <a:buSzTx/>
              <a:buNone/>
            </a:pPr>
            <a:endParaRPr lang="en-US" sz="2000">
              <a:solidFill>
                <a:srgbClr val="3F3F3F"/>
              </a:solidFill>
            </a:endParaRPr>
          </a:p>
          <a:p>
            <a:pPr marL="0" indent="0" algn="just">
              <a:buSzTx/>
              <a:buNone/>
            </a:pPr>
            <a:r>
              <a:rPr lang="en-US" sz="2000">
                <a:solidFill>
                  <a:srgbClr val="3F3F3F"/>
                </a:solidFill>
              </a:rPr>
              <a:t>En el apogeo de su éxito, el equipo de Monty Python estaba realizando sus escenas en vivo para audiencias en todo el mundo, incluso en el Hollywood Bowl.</a:t>
            </a:r>
            <a:endParaRPr lang="en-US" sz="2000">
              <a:solidFill>
                <a:srgbClr val="3F3F3F"/>
              </a:solidFill>
            </a:endParaRPr>
          </a:p>
          <a:p>
            <a:pPr marL="0" indent="0" algn="just">
              <a:buSzTx/>
              <a:buNone/>
            </a:pPr>
            <a:endParaRPr lang="en-US" sz="2000">
              <a:solidFill>
                <a:srgbClr val="3F3F3F"/>
              </a:solidFill>
            </a:endParaRPr>
          </a:p>
          <a:p>
            <a:pPr marL="0" indent="0" algn="just">
              <a:buSzTx/>
              <a:buNone/>
            </a:pPr>
            <a:r>
              <a:rPr lang="en-US" sz="2000">
                <a:solidFill>
                  <a:srgbClr val="3F3F3F"/>
                </a:solidFill>
              </a:rPr>
              <a:t>Dado que Monty Python es considerado uno de los dos nutrientes fundamentales para un programador (el otro es la pizza), el creador de Python nombró el lenguaje en honor al programa de televisión.</a:t>
            </a:r>
            <a:endParaRPr lang="en-US" sz="2000">
              <a:solidFill>
                <a:srgbClr val="3F3F3F"/>
              </a:solidFill>
            </a:endParaRPr>
          </a:p>
        </p:txBody>
      </p:sp>
      <p:pic>
        <p:nvPicPr>
          <p:cNvPr id="2" name="Picture 1"/>
          <p:cNvPicPr>
            <a:picLocks noChangeAspect="1"/>
          </p:cNvPicPr>
          <p:nvPr/>
        </p:nvPicPr>
        <p:blipFill>
          <a:blip r:embed="rId1"/>
          <a:stretch>
            <a:fillRect/>
          </a:stretch>
        </p:blipFill>
        <p:spPr>
          <a:xfrm>
            <a:off x="7625080" y="1504315"/>
            <a:ext cx="4448175" cy="431482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a:t>Instalaciones necesarias</a:t>
            </a:r>
            <a:endParaRPr lang="en-US" b="1"/>
          </a:p>
        </p:txBody>
      </p:sp>
      <p:sp>
        <p:nvSpPr>
          <p:cNvPr id="4" name="Text Box 3"/>
          <p:cNvSpPr txBox="1"/>
          <p:nvPr/>
        </p:nvSpPr>
        <p:spPr>
          <a:xfrm>
            <a:off x="687070" y="1056640"/>
            <a:ext cx="10220960" cy="5113020"/>
          </a:xfrm>
          <a:prstGeom prst="rect">
            <a:avLst/>
          </a:prstGeom>
          <a:noFill/>
        </p:spPr>
        <p:txBody>
          <a:bodyPr wrap="square" rtlCol="0" anchor="t">
            <a:spAutoFit/>
          </a:bodyPr>
          <a:p>
            <a:pPr marL="0" lvl="0" indent="0" algn="l" rtl="0">
              <a:lnSpc>
                <a:spcPct val="90000"/>
              </a:lnSpc>
              <a:spcBef>
                <a:spcPts val="0"/>
              </a:spcBef>
              <a:spcAft>
                <a:spcPts val="0"/>
              </a:spcAft>
              <a:buClr>
                <a:srgbClr val="3F3F3F"/>
              </a:buClr>
              <a:buSzPts val="2000"/>
              <a:buNone/>
            </a:pPr>
            <a:r>
              <a:rPr lang="en-US" b="1">
                <a:sym typeface="+mn-ea"/>
              </a:rPr>
              <a:t>Python  version 3.</a:t>
            </a:r>
            <a:r>
              <a:rPr lang="es-ES_tradnl" altLang="en-US" b="1">
                <a:sym typeface="+mn-ea"/>
              </a:rPr>
              <a:t>12</a:t>
            </a:r>
            <a:r>
              <a:rPr lang="en-US" b="1">
                <a:sym typeface="+mn-ea"/>
              </a:rPr>
              <a:t>.</a:t>
            </a:r>
            <a:r>
              <a:rPr lang="es-ES_tradnl" altLang="en-US" b="1">
                <a:sym typeface="+mn-ea"/>
              </a:rPr>
              <a:t>10</a:t>
            </a:r>
            <a:r>
              <a:rPr lang="en-US" b="1">
                <a:sym typeface="+mn-ea"/>
              </a:rPr>
              <a:t>: </a:t>
            </a:r>
            <a:r>
              <a:rPr lang="en-US" b="1" u="sng">
                <a:solidFill>
                  <a:schemeClr val="hlink"/>
                </a:solidFill>
                <a:sym typeface="+mn-ea"/>
                <a:hlinkClick r:id="rId1"/>
              </a:rPr>
              <a:t>https://www.python.org/downloads/</a:t>
            </a:r>
            <a:endParaRPr b="1"/>
          </a:p>
          <a:p>
            <a:pPr marL="228600" lvl="0" indent="-101600" algn="l" rtl="0">
              <a:lnSpc>
                <a:spcPct val="90000"/>
              </a:lnSpc>
              <a:spcBef>
                <a:spcPts val="1000"/>
              </a:spcBef>
              <a:spcAft>
                <a:spcPts val="0"/>
              </a:spcAft>
              <a:buClr>
                <a:srgbClr val="3F3F3F"/>
              </a:buClr>
              <a:buSzPts val="2000"/>
              <a:buNone/>
            </a:pPr>
            <a:endParaRPr b="1"/>
          </a:p>
          <a:p>
            <a:pPr marL="228600" lvl="0" indent="-101600" algn="l" rtl="0">
              <a:lnSpc>
                <a:spcPct val="90000"/>
              </a:lnSpc>
              <a:spcBef>
                <a:spcPts val="1000"/>
              </a:spcBef>
              <a:spcAft>
                <a:spcPts val="0"/>
              </a:spcAft>
              <a:buClr>
                <a:srgbClr val="3F3F3F"/>
              </a:buClr>
              <a:buSzPts val="2000"/>
              <a:buNone/>
            </a:pPr>
            <a:endParaRPr b="1"/>
          </a:p>
          <a:p>
            <a:pPr marL="228600" lvl="0" indent="-101600" algn="l" rtl="0">
              <a:lnSpc>
                <a:spcPct val="90000"/>
              </a:lnSpc>
              <a:spcBef>
                <a:spcPts val="1000"/>
              </a:spcBef>
              <a:spcAft>
                <a:spcPts val="0"/>
              </a:spcAft>
              <a:buClr>
                <a:srgbClr val="3F3F3F"/>
              </a:buClr>
              <a:buSzPts val="2000"/>
              <a:buNone/>
            </a:pPr>
            <a:endParaRPr b="1"/>
          </a:p>
          <a:p>
            <a:pPr marL="228600" lvl="0" indent="-101600" algn="l" rtl="0">
              <a:lnSpc>
                <a:spcPct val="90000"/>
              </a:lnSpc>
              <a:spcBef>
                <a:spcPts val="1000"/>
              </a:spcBef>
              <a:spcAft>
                <a:spcPts val="0"/>
              </a:spcAft>
              <a:buClr>
                <a:srgbClr val="3F3F3F"/>
              </a:buClr>
              <a:buSzPts val="2000"/>
              <a:buNone/>
            </a:pPr>
            <a:endParaRPr b="1"/>
          </a:p>
          <a:p>
            <a:pPr marL="228600" lvl="0" indent="-101600" algn="l" rtl="0">
              <a:lnSpc>
                <a:spcPct val="90000"/>
              </a:lnSpc>
              <a:spcBef>
                <a:spcPts val="1000"/>
              </a:spcBef>
              <a:spcAft>
                <a:spcPts val="0"/>
              </a:spcAft>
              <a:buClr>
                <a:srgbClr val="3F3F3F"/>
              </a:buClr>
              <a:buSzPts val="2000"/>
              <a:buNone/>
            </a:pPr>
            <a:endParaRPr b="1"/>
          </a:p>
          <a:p>
            <a:pPr marL="228600" lvl="0" indent="-101600" algn="l" rtl="0">
              <a:lnSpc>
                <a:spcPct val="90000"/>
              </a:lnSpc>
              <a:spcBef>
                <a:spcPts val="1000"/>
              </a:spcBef>
              <a:spcAft>
                <a:spcPts val="0"/>
              </a:spcAft>
              <a:buClr>
                <a:srgbClr val="3F3F3F"/>
              </a:buClr>
              <a:buSzPts val="2000"/>
              <a:buNone/>
            </a:pPr>
            <a:endParaRPr b="1"/>
          </a:p>
          <a:p>
            <a:pPr marL="228600" lvl="0" indent="-101600" algn="l" rtl="0">
              <a:lnSpc>
                <a:spcPct val="90000"/>
              </a:lnSpc>
              <a:spcBef>
                <a:spcPts val="1000"/>
              </a:spcBef>
              <a:spcAft>
                <a:spcPts val="0"/>
              </a:spcAft>
              <a:buClr>
                <a:srgbClr val="3F3F3F"/>
              </a:buClr>
              <a:buSzPts val="2000"/>
              <a:buNone/>
            </a:pPr>
            <a:endParaRPr b="1"/>
          </a:p>
          <a:p>
            <a:pPr marL="228600" lvl="0" indent="-101600" algn="l" rtl="0">
              <a:lnSpc>
                <a:spcPct val="90000"/>
              </a:lnSpc>
              <a:spcBef>
                <a:spcPts val="1000"/>
              </a:spcBef>
              <a:spcAft>
                <a:spcPts val="0"/>
              </a:spcAft>
              <a:buClr>
                <a:srgbClr val="3F3F3F"/>
              </a:buClr>
              <a:buSzPts val="2000"/>
              <a:buNone/>
            </a:pPr>
            <a:endParaRPr b="1"/>
          </a:p>
          <a:p>
            <a:pPr marL="228600" lvl="0" indent="-101600" algn="l" rtl="0">
              <a:lnSpc>
                <a:spcPct val="90000"/>
              </a:lnSpc>
              <a:spcBef>
                <a:spcPts val="1000"/>
              </a:spcBef>
              <a:spcAft>
                <a:spcPts val="0"/>
              </a:spcAft>
              <a:buClr>
                <a:srgbClr val="3F3F3F"/>
              </a:buClr>
              <a:buSzPts val="2000"/>
              <a:buNone/>
            </a:pPr>
            <a:endParaRPr b="1"/>
          </a:p>
          <a:p>
            <a:pPr marL="228600" lvl="0" indent="-101600" algn="l" rtl="0">
              <a:lnSpc>
                <a:spcPct val="90000"/>
              </a:lnSpc>
              <a:spcBef>
                <a:spcPts val="1000"/>
              </a:spcBef>
              <a:spcAft>
                <a:spcPts val="0"/>
              </a:spcAft>
              <a:buClr>
                <a:srgbClr val="3F3F3F"/>
              </a:buClr>
              <a:buSzPts val="2000"/>
              <a:buNone/>
            </a:pPr>
            <a:endParaRPr b="1"/>
          </a:p>
          <a:p>
            <a:pPr marL="0" lvl="0" indent="0" algn="l" rtl="0">
              <a:lnSpc>
                <a:spcPct val="90000"/>
              </a:lnSpc>
              <a:spcBef>
                <a:spcPts val="1000"/>
              </a:spcBef>
              <a:spcAft>
                <a:spcPts val="0"/>
              </a:spcAft>
              <a:buClr>
                <a:srgbClr val="3F3F3F"/>
              </a:buClr>
              <a:buSzPts val="2000"/>
              <a:buNone/>
            </a:pPr>
            <a:r>
              <a:rPr lang="en-US">
                <a:sym typeface="+mn-ea"/>
              </a:rPr>
              <a:t>Ubuntu viene instalado por defecto con python 3.</a:t>
            </a:r>
            <a:r>
              <a:rPr lang="es-ES_tradnl" altLang="en-US">
                <a:sym typeface="+mn-ea"/>
              </a:rPr>
              <a:t>12</a:t>
            </a:r>
            <a:r>
              <a:rPr lang="en-US">
                <a:sym typeface="+mn-ea"/>
              </a:rPr>
              <a:t>.1</a:t>
            </a:r>
            <a:r>
              <a:rPr lang="es-ES_tradnl" altLang="en-US">
                <a:sym typeface="+mn-ea"/>
              </a:rPr>
              <a:t>0</a:t>
            </a:r>
            <a:endParaRPr lang="en-US">
              <a:sym typeface="+mn-ea"/>
            </a:endParaRPr>
          </a:p>
          <a:p>
            <a:pPr marL="0" lvl="0" indent="0" algn="l" rtl="0">
              <a:lnSpc>
                <a:spcPct val="90000"/>
              </a:lnSpc>
              <a:spcBef>
                <a:spcPts val="1000"/>
              </a:spcBef>
              <a:spcAft>
                <a:spcPts val="0"/>
              </a:spcAft>
              <a:buClr>
                <a:srgbClr val="3F3F3F"/>
              </a:buClr>
              <a:buSzPts val="2000"/>
              <a:buNone/>
            </a:pPr>
            <a:r>
              <a:rPr lang="en-US">
                <a:sym typeface="+mn-ea"/>
              </a:rPr>
              <a:t>Windows se encuentra directamente en la tienda para su instalación (mejor opción ejecutable)</a:t>
            </a:r>
            <a:r>
              <a:rPr lang="es-ES_tradnl" altLang="en-US">
                <a:sym typeface="+mn-ea"/>
              </a:rPr>
              <a:t>:</a:t>
            </a:r>
            <a:endParaRPr lang="es-ES_tradnl" altLang="en-US"/>
          </a:p>
          <a:p>
            <a:pPr marL="285750" lvl="0" indent="-285750" algn="l" rtl="0">
              <a:lnSpc>
                <a:spcPct val="90000"/>
              </a:lnSpc>
              <a:spcBef>
                <a:spcPts val="1000"/>
              </a:spcBef>
              <a:spcAft>
                <a:spcPts val="0"/>
              </a:spcAft>
              <a:buClr>
                <a:srgbClr val="3F3F3F"/>
              </a:buClr>
              <a:buSzPts val="2000"/>
              <a:buFont typeface="Wingdings" panose="05000000000000000000" charset="0"/>
              <a:buChar char=""/>
            </a:pPr>
            <a:r>
              <a:rPr lang="en-US" b="1" u="sng">
                <a:solidFill>
                  <a:schemeClr val="hlink"/>
                </a:solidFill>
                <a:sym typeface="+mn-ea"/>
              </a:rPr>
              <a:t>https://www.python.org/downloads/release/python-31210/</a:t>
            </a:r>
            <a:endParaRPr lang="en-US"/>
          </a:p>
          <a:p>
            <a:pPr marL="285750" lvl="0" indent="-285750" algn="l" rtl="0">
              <a:lnSpc>
                <a:spcPct val="90000"/>
              </a:lnSpc>
              <a:spcBef>
                <a:spcPts val="1000"/>
              </a:spcBef>
              <a:spcAft>
                <a:spcPts val="0"/>
              </a:spcAft>
              <a:buClr>
                <a:srgbClr val="3F3F3F"/>
              </a:buClr>
              <a:buSzPts val="2000"/>
              <a:buFont typeface="Wingdings" panose="05000000000000000000" charset="0"/>
              <a:buChar char=""/>
            </a:pPr>
            <a:r>
              <a:rPr b="1" u="sng">
                <a:solidFill>
                  <a:schemeClr val="hlink"/>
                </a:solidFill>
                <a:sym typeface="+mn-ea"/>
                <a:hlinkClick r:id="rId1"/>
              </a:rPr>
              <a:t>https://docs.python.org/es/3.12/tutorial/</a:t>
            </a:r>
            <a:endParaRPr b="1" u="sng">
              <a:solidFill>
                <a:schemeClr val="hlink"/>
              </a:solidFill>
              <a:sym typeface="+mn-ea"/>
            </a:endParaRPr>
          </a:p>
          <a:p>
            <a:pPr marL="285750" lvl="0" indent="-285750" algn="l" rtl="0">
              <a:lnSpc>
                <a:spcPct val="90000"/>
              </a:lnSpc>
              <a:spcBef>
                <a:spcPts val="1000"/>
              </a:spcBef>
              <a:spcAft>
                <a:spcPts val="0"/>
              </a:spcAft>
              <a:buClr>
                <a:srgbClr val="3F3F3F"/>
              </a:buClr>
              <a:buSzPts val="2000"/>
              <a:buFont typeface="Wingdings" panose="05000000000000000000" charset="0"/>
              <a:buChar char=""/>
            </a:pPr>
            <a:r>
              <a:rPr b="1" u="sng">
                <a:solidFill>
                  <a:schemeClr val="hlink"/>
                </a:solidFill>
                <a:sym typeface="+mn-ea"/>
              </a:rPr>
              <a:t>https://docs.python.org/es/3.12/using/windows.html</a:t>
            </a:r>
            <a:endParaRPr b="1" u="sng">
              <a:solidFill>
                <a:schemeClr val="hlink"/>
              </a:solidFill>
              <a:sym typeface="+mn-ea"/>
            </a:endParaRPr>
          </a:p>
        </p:txBody>
      </p:sp>
      <p:pic>
        <p:nvPicPr>
          <p:cNvPr id="3" name="Picture 2" descr="Captura desde 2025-08-29 12-30-11"/>
          <p:cNvPicPr>
            <a:picLocks noChangeAspect="1"/>
          </p:cNvPicPr>
          <p:nvPr/>
        </p:nvPicPr>
        <p:blipFill>
          <a:blip r:embed="rId2"/>
          <a:stretch>
            <a:fillRect/>
          </a:stretch>
        </p:blipFill>
        <p:spPr>
          <a:xfrm>
            <a:off x="917575" y="1586230"/>
            <a:ext cx="10058400" cy="27813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28" name="Shape 128"/>
        <p:cNvGrpSpPr/>
        <p:nvPr/>
      </p:nvGrpSpPr>
      <p:grpSpPr>
        <a:xfrm>
          <a:off x="0" y="0"/>
          <a:ext cx="0" cy="0"/>
          <a:chOff x="0" y="0"/>
          <a:chExt cx="0" cy="0"/>
        </a:xfrm>
      </p:grpSpPr>
      <p:sp>
        <p:nvSpPr>
          <p:cNvPr id="129" name="Google Shape;129;p7"/>
          <p:cNvSpPr txBox="1"/>
          <p:nvPr/>
        </p:nvSpPr>
        <p:spPr>
          <a:xfrm>
            <a:off x="555625" y="276860"/>
            <a:ext cx="10586720" cy="583565"/>
          </a:xfrm>
          <a:prstGeom prst="rect">
            <a:avLst/>
          </a:prstGeom>
          <a:noFill/>
          <a:ln>
            <a:noFill/>
          </a:ln>
        </p:spPr>
        <p:txBody>
          <a:bodyPr spcFirstLastPara="1" wrap="square" lIns="91425" tIns="45700" rIns="91425" bIns="45700" anchor="t" anchorCtr="0">
            <a:spAutoFit/>
            <a:scene3d>
              <a:camera prst="orthographicFront"/>
              <a:lightRig rig="threePt" dir="t"/>
            </a:scene3d>
          </a:bodyPr>
          <a:lstStyle/>
          <a:p>
            <a:pPr marL="0" marR="0" lvl="0" indent="0" algn="l" rtl="0">
              <a:spcBef>
                <a:spcPts val="0"/>
              </a:spcBef>
              <a:spcAft>
                <a:spcPts val="0"/>
              </a:spcAft>
              <a:buNone/>
            </a:pPr>
            <a:r>
              <a:rPr lang="en-US" sz="3200" b="1">
                <a:solidFill>
                  <a:schemeClr val="tx1"/>
                </a:solidFill>
                <a:effectLst>
                  <a:outerShdw blurRad="38100" dist="19050" dir="2700000" algn="tl" rotWithShape="0">
                    <a:schemeClr val="dk1">
                      <a:alpha val="40000"/>
                    </a:schemeClr>
                  </a:outerShdw>
                </a:effectLst>
                <a:latin typeface="Lato Black" panose="020F0502020204030203"/>
                <a:ea typeface="Lato Black" panose="020F0502020204030203"/>
                <a:cs typeface="Lato Black" panose="020F0502020204030203"/>
                <a:sym typeface="Lato Black" panose="020F0502020204030203"/>
              </a:rPr>
              <a:t>Python</a:t>
            </a:r>
            <a:endParaRPr lang="en-US" sz="3200" b="1">
              <a:solidFill>
                <a:schemeClr val="tx1"/>
              </a:solidFill>
              <a:effectLst>
                <a:outerShdw blurRad="38100" dist="19050" dir="2700000" algn="tl" rotWithShape="0">
                  <a:schemeClr val="dk1">
                    <a:alpha val="40000"/>
                  </a:schemeClr>
                </a:outerShdw>
              </a:effectLst>
              <a:latin typeface="Lato Black" panose="020F0502020204030203"/>
              <a:ea typeface="Lato Black" panose="020F0502020204030203"/>
              <a:cs typeface="Lato Black" panose="020F0502020204030203"/>
              <a:sym typeface="Lato Black" panose="020F0502020204030203"/>
            </a:endParaRPr>
          </a:p>
        </p:txBody>
      </p:sp>
      <p:sp>
        <p:nvSpPr>
          <p:cNvPr id="130" name="Google Shape;130;p7"/>
          <p:cNvSpPr txBox="1"/>
          <p:nvPr/>
        </p:nvSpPr>
        <p:spPr>
          <a:xfrm>
            <a:off x="109242" y="6540840"/>
            <a:ext cx="3032974" cy="228600"/>
          </a:xfrm>
          <a:prstGeom prst="rect">
            <a:avLst/>
          </a:prstGeom>
          <a:noFill/>
          <a:ln>
            <a:noFill/>
          </a:ln>
        </p:spPr>
        <p:txBody>
          <a:bodyPr spcFirstLastPara="1" wrap="square" lIns="45700" tIns="45700" rIns="45700" bIns="45700" anchor="t" anchorCtr="0">
            <a:spAutoFit/>
          </a:bodyPr>
          <a:lstStyle/>
          <a:p>
            <a:pPr marL="0" marR="0" lvl="0" indent="0" algn="l" rtl="0">
              <a:spcBef>
                <a:spcPts val="0"/>
              </a:spcBef>
              <a:spcAft>
                <a:spcPts val="0"/>
              </a:spcAft>
              <a:buNone/>
            </a:pPr>
            <a:r>
              <a:rPr lang="en-US" sz="900">
                <a:solidFill>
                  <a:schemeClr val="dk1"/>
                </a:solidFill>
                <a:latin typeface="Arial" panose="020B0604020202020204"/>
                <a:ea typeface="Arial" panose="020B0604020202020204"/>
                <a:cs typeface="Arial" panose="020B0604020202020204"/>
                <a:sym typeface="Arial" panose="020B0604020202020204"/>
              </a:rPr>
              <a:t>https://docs.python.org/es/3.8/tutorial/</a:t>
            </a:r>
            <a:endParaRPr sz="900">
              <a:solidFill>
                <a:schemeClr val="dk1"/>
              </a:solidFill>
              <a:latin typeface="Arial" panose="020B0604020202020204"/>
              <a:ea typeface="Arial" panose="020B0604020202020204"/>
              <a:cs typeface="Arial" panose="020B0604020202020204"/>
              <a:sym typeface="Arial" panose="020B0604020202020204"/>
            </a:endParaRPr>
          </a:p>
        </p:txBody>
      </p:sp>
      <p:sp>
        <p:nvSpPr>
          <p:cNvPr id="131" name="Google Shape;131;p7"/>
          <p:cNvSpPr txBox="1"/>
          <p:nvPr>
            <p:ph type="body" idx="1"/>
          </p:nvPr>
        </p:nvSpPr>
        <p:spPr>
          <a:xfrm>
            <a:off x="555625" y="1278255"/>
            <a:ext cx="9841230" cy="4972050"/>
          </a:xfrm>
          <a:prstGeom prst="rect">
            <a:avLst/>
          </a:prstGeom>
          <a:noFill/>
          <a:ln>
            <a:noFill/>
          </a:ln>
        </p:spPr>
        <p:txBody>
          <a:bodyPr spcFirstLastPara="1" wrap="square" lIns="91425" tIns="45700" rIns="91425" bIns="45700" anchor="t" anchorCtr="0">
            <a:normAutofit fontScale="70000"/>
          </a:bodyPr>
          <a:lstStyle/>
          <a:p>
            <a:pPr marL="228600" lvl="0" indent="-228600" algn="l" rtl="0">
              <a:lnSpc>
                <a:spcPct val="90000"/>
              </a:lnSpc>
              <a:spcBef>
                <a:spcPts val="0"/>
              </a:spcBef>
              <a:spcAft>
                <a:spcPts val="0"/>
              </a:spcAft>
              <a:buClr>
                <a:srgbClr val="3F3F3F"/>
              </a:buClr>
              <a:buSzPts val="2000"/>
              <a:buChar char="•"/>
            </a:pPr>
            <a:r>
              <a:rPr lang="en-US"/>
              <a:t>Comprobación de instalación: </a:t>
            </a:r>
            <a:r>
              <a:rPr lang="en-US" b="1" i="1"/>
              <a:t>python --</a:t>
            </a:r>
            <a:r>
              <a:rPr lang="en-US" sz="2800" b="1" i="1"/>
              <a:t>version </a:t>
            </a:r>
            <a:r>
              <a:rPr lang="es-ES_tradnl" altLang="en-US" sz="2800" b="1" i="1"/>
              <a:t>/ py ---version</a:t>
            </a:r>
            <a:endParaRPr lang="en-US" sz="2800"/>
          </a:p>
          <a:p>
            <a:pPr marL="228600" lvl="0" indent="-101600" algn="l" rtl="0">
              <a:lnSpc>
                <a:spcPct val="90000"/>
              </a:lnSpc>
              <a:spcBef>
                <a:spcPts val="1000"/>
              </a:spcBef>
              <a:spcAft>
                <a:spcPts val="0"/>
              </a:spcAft>
              <a:buClr>
                <a:srgbClr val="3F3F3F"/>
              </a:buClr>
              <a:buSzPts val="2000"/>
              <a:buNone/>
            </a:pPr>
          </a:p>
          <a:p>
            <a:pPr marL="228600" lvl="0" indent="-101600" algn="l" rtl="0">
              <a:lnSpc>
                <a:spcPct val="90000"/>
              </a:lnSpc>
              <a:spcBef>
                <a:spcPts val="1000"/>
              </a:spcBef>
              <a:spcAft>
                <a:spcPts val="0"/>
              </a:spcAft>
              <a:buClr>
                <a:srgbClr val="3F3F3F"/>
              </a:buClr>
              <a:buSzPts val="2000"/>
              <a:buNone/>
            </a:pPr>
          </a:p>
          <a:p>
            <a:pPr marL="228600" lvl="0" indent="-228600" algn="l" rtl="0">
              <a:lnSpc>
                <a:spcPct val="90000"/>
              </a:lnSpc>
              <a:spcBef>
                <a:spcPts val="1000"/>
              </a:spcBef>
              <a:spcAft>
                <a:spcPts val="0"/>
              </a:spcAft>
              <a:buClr>
                <a:srgbClr val="3F3F3F"/>
              </a:buClr>
              <a:buSzPts val="2000"/>
              <a:buChar char="•"/>
            </a:pPr>
            <a:r>
              <a:rPr lang="en-US"/>
              <a:t>Intérprete de Python:  </a:t>
            </a:r>
            <a:r>
              <a:rPr lang="es-ES_tradnl" altLang="en-US" b="1" i="1"/>
              <a:t>python / py</a:t>
            </a:r>
          </a:p>
          <a:p>
            <a:pPr marL="228600" lvl="0" indent="-101600" algn="l" rtl="0">
              <a:lnSpc>
                <a:spcPct val="90000"/>
              </a:lnSpc>
              <a:spcBef>
                <a:spcPts val="1000"/>
              </a:spcBef>
              <a:spcAft>
                <a:spcPts val="0"/>
              </a:spcAft>
              <a:buClr>
                <a:srgbClr val="3F3F3F"/>
              </a:buClr>
              <a:buSzPts val="2000"/>
              <a:buNone/>
            </a:pPr>
          </a:p>
          <a:p>
            <a:pPr marL="228600" lvl="0" indent="-101600" algn="l" rtl="0">
              <a:lnSpc>
                <a:spcPct val="90000"/>
              </a:lnSpc>
              <a:spcBef>
                <a:spcPts val="1000"/>
              </a:spcBef>
              <a:spcAft>
                <a:spcPts val="0"/>
              </a:spcAft>
              <a:buClr>
                <a:srgbClr val="3F3F3F"/>
              </a:buClr>
              <a:buSzPts val="2000"/>
              <a:buNone/>
            </a:pPr>
          </a:p>
          <a:p>
            <a:pPr marL="228600" lvl="0" indent="-101600" algn="l" rtl="0">
              <a:lnSpc>
                <a:spcPct val="90000"/>
              </a:lnSpc>
              <a:spcBef>
                <a:spcPts val="1000"/>
              </a:spcBef>
              <a:spcAft>
                <a:spcPts val="0"/>
              </a:spcAft>
              <a:buClr>
                <a:srgbClr val="3F3F3F"/>
              </a:buClr>
              <a:buSzPts val="2000"/>
              <a:buNone/>
            </a:pPr>
          </a:p>
          <a:p>
            <a:pPr marL="228600" lvl="0" indent="-228600" algn="l" rtl="0">
              <a:lnSpc>
                <a:spcPct val="90000"/>
              </a:lnSpc>
              <a:spcBef>
                <a:spcPts val="1000"/>
              </a:spcBef>
              <a:spcAft>
                <a:spcPts val="0"/>
              </a:spcAft>
              <a:buClr>
                <a:srgbClr val="3F3F3F"/>
              </a:buClr>
              <a:buSzPts val="2000"/>
              <a:buChar char="•"/>
            </a:pPr>
            <a:r>
              <a:rPr lang="en-US"/>
              <a:t>¿Cómo realizar una instalación de librerías?</a:t>
            </a:r>
            <a:endParaRPr lang="en-US"/>
          </a:p>
          <a:p>
            <a:pPr marL="0" lvl="0" indent="0" algn="l" rtl="0">
              <a:lnSpc>
                <a:spcPct val="90000"/>
              </a:lnSpc>
              <a:spcBef>
                <a:spcPts val="1000"/>
              </a:spcBef>
              <a:spcAft>
                <a:spcPts val="0"/>
              </a:spcAft>
              <a:buClr>
                <a:srgbClr val="3F3F3F"/>
              </a:buClr>
              <a:buSzPts val="2000"/>
              <a:buNone/>
            </a:pPr>
            <a:r>
              <a:rPr lang="en-US"/>
              <a:t>	Existe una página con todos los repositorios de las librerías esa página es PYPI:</a:t>
            </a:r>
            <a:endParaRPr lang="en-US"/>
          </a:p>
          <a:p>
            <a:pPr marL="0" lvl="0" indent="0" algn="l" rtl="0">
              <a:lnSpc>
                <a:spcPct val="90000"/>
              </a:lnSpc>
              <a:spcBef>
                <a:spcPts val="1000"/>
              </a:spcBef>
              <a:spcAft>
                <a:spcPts val="0"/>
              </a:spcAft>
              <a:buClr>
                <a:srgbClr val="3F3F3F"/>
              </a:buClr>
              <a:buSzPts val="2000"/>
              <a:buNone/>
            </a:pPr>
            <a:r>
              <a:rPr lang="en-US"/>
              <a:t>	</a:t>
            </a:r>
            <a:r>
              <a:rPr lang="en-US" u="sng">
                <a:solidFill>
                  <a:schemeClr val="hlink"/>
                </a:solidFill>
                <a:hlinkClick r:id="rId1"/>
              </a:rPr>
              <a:t>https://pypi.org/</a:t>
            </a:r>
            <a:endParaRPr lang="en-US" u="sng">
              <a:solidFill>
                <a:schemeClr val="hlink"/>
              </a:solidFill>
              <a:hlinkClick r:id="rId1"/>
            </a:endParaRPr>
          </a:p>
        </p:txBody>
      </p:sp>
      <p:pic>
        <p:nvPicPr>
          <p:cNvPr id="132" name="Google Shape;132;p7"/>
          <p:cNvPicPr preferRelativeResize="0"/>
          <p:nvPr/>
        </p:nvPicPr>
        <p:blipFill rotWithShape="1">
          <a:blip r:embed="rId2"/>
          <a:srcRect/>
          <a:stretch>
            <a:fillRect/>
          </a:stretch>
        </p:blipFill>
        <p:spPr>
          <a:xfrm>
            <a:off x="2143125" y="2926080"/>
            <a:ext cx="6305550" cy="1200150"/>
          </a:xfrm>
          <a:prstGeom prst="rect">
            <a:avLst/>
          </a:prstGeom>
          <a:noFill/>
          <a:ln>
            <a:noFill/>
          </a:ln>
        </p:spPr>
      </p:pic>
      <p:pic>
        <p:nvPicPr>
          <p:cNvPr id="133" name="Google Shape;133;p7"/>
          <p:cNvPicPr preferRelativeResize="0"/>
          <p:nvPr/>
        </p:nvPicPr>
        <p:blipFill rotWithShape="1">
          <a:blip r:embed="rId3"/>
          <a:srcRect/>
          <a:stretch>
            <a:fillRect/>
          </a:stretch>
        </p:blipFill>
        <p:spPr>
          <a:xfrm>
            <a:off x="2547620" y="1682750"/>
            <a:ext cx="4143375" cy="4095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37" name="Shape 137"/>
        <p:cNvGrpSpPr/>
        <p:nvPr/>
      </p:nvGrpSpPr>
      <p:grpSpPr>
        <a:xfrm>
          <a:off x="0" y="0"/>
          <a:ext cx="0" cy="0"/>
          <a:chOff x="0" y="0"/>
          <a:chExt cx="0" cy="0"/>
        </a:xfrm>
      </p:grpSpPr>
      <p:sp>
        <p:nvSpPr>
          <p:cNvPr id="138" name="Google Shape;138;p8"/>
          <p:cNvSpPr txBox="1"/>
          <p:nvPr/>
        </p:nvSpPr>
        <p:spPr>
          <a:xfrm>
            <a:off x="555625" y="293370"/>
            <a:ext cx="10586720" cy="583565"/>
          </a:xfrm>
          <a:prstGeom prst="rect">
            <a:avLst/>
          </a:prstGeom>
          <a:noFill/>
          <a:ln>
            <a:noFill/>
          </a:ln>
        </p:spPr>
        <p:txBody>
          <a:bodyPr spcFirstLastPara="1" wrap="square" lIns="91425" tIns="45700" rIns="91425" bIns="45700" anchor="t" anchorCtr="0">
            <a:spAutoFit/>
            <a:scene3d>
              <a:camera prst="orthographicFront"/>
              <a:lightRig rig="threePt" dir="t"/>
            </a:scene3d>
          </a:bodyPr>
          <a:lstStyle/>
          <a:p>
            <a:pPr marL="0" marR="0" lvl="0" indent="0" algn="l" rtl="0">
              <a:spcBef>
                <a:spcPts val="0"/>
              </a:spcBef>
              <a:spcAft>
                <a:spcPts val="0"/>
              </a:spcAft>
              <a:buNone/>
            </a:pPr>
            <a:r>
              <a:rPr lang="en-US" sz="3200" b="1">
                <a:solidFill>
                  <a:schemeClr val="tx1"/>
                </a:solidFill>
                <a:effectLst>
                  <a:outerShdw blurRad="38100" dist="19050" dir="2700000" algn="tl" rotWithShape="0">
                    <a:schemeClr val="dk1">
                      <a:alpha val="40000"/>
                    </a:schemeClr>
                  </a:outerShdw>
                </a:effectLst>
                <a:latin typeface="Lato Black" panose="020F0502020204030203"/>
                <a:ea typeface="Lato Black" panose="020F0502020204030203"/>
                <a:cs typeface="Lato Black" panose="020F0502020204030203"/>
                <a:sym typeface="Lato Black" panose="020F0502020204030203"/>
              </a:rPr>
              <a:t>Python</a:t>
            </a:r>
            <a:endParaRPr lang="en-US" sz="3200" b="1">
              <a:solidFill>
                <a:schemeClr val="tx1"/>
              </a:solidFill>
              <a:effectLst>
                <a:outerShdw blurRad="38100" dist="19050" dir="2700000" algn="tl" rotWithShape="0">
                  <a:schemeClr val="dk1">
                    <a:alpha val="40000"/>
                  </a:schemeClr>
                </a:outerShdw>
              </a:effectLst>
              <a:latin typeface="Lato Black" panose="020F0502020204030203"/>
              <a:ea typeface="Lato Black" panose="020F0502020204030203"/>
              <a:cs typeface="Lato Black" panose="020F0502020204030203"/>
              <a:sym typeface="Lato Black" panose="020F0502020204030203"/>
            </a:endParaRPr>
          </a:p>
        </p:txBody>
      </p:sp>
      <p:sp>
        <p:nvSpPr>
          <p:cNvPr id="139" name="Google Shape;139;p8"/>
          <p:cNvSpPr txBox="1"/>
          <p:nvPr/>
        </p:nvSpPr>
        <p:spPr>
          <a:xfrm>
            <a:off x="109242" y="6540840"/>
            <a:ext cx="3032974" cy="228600"/>
          </a:xfrm>
          <a:prstGeom prst="rect">
            <a:avLst/>
          </a:prstGeom>
          <a:noFill/>
          <a:ln>
            <a:noFill/>
          </a:ln>
        </p:spPr>
        <p:txBody>
          <a:bodyPr spcFirstLastPara="1" wrap="square" lIns="45700" tIns="45700" rIns="45700" bIns="45700" anchor="t" anchorCtr="0">
            <a:spAutoFit/>
          </a:bodyPr>
          <a:lstStyle/>
          <a:p>
            <a:pPr marL="0" marR="0" lvl="0" indent="0" algn="l" rtl="0">
              <a:spcBef>
                <a:spcPts val="0"/>
              </a:spcBef>
              <a:spcAft>
                <a:spcPts val="0"/>
              </a:spcAft>
              <a:buNone/>
            </a:pPr>
            <a:r>
              <a:rPr lang="en-US" sz="900">
                <a:solidFill>
                  <a:schemeClr val="dk1"/>
                </a:solidFill>
                <a:latin typeface="Arial" panose="020B0604020202020204"/>
                <a:ea typeface="Arial" panose="020B0604020202020204"/>
                <a:cs typeface="Arial" panose="020B0604020202020204"/>
                <a:sym typeface="Arial" panose="020B0604020202020204"/>
              </a:rPr>
              <a:t>https://docs.python.org/es/3.8/tutorial/</a:t>
            </a:r>
            <a:endParaRPr sz="900">
              <a:solidFill>
                <a:schemeClr val="dk1"/>
              </a:solidFill>
              <a:latin typeface="Arial" panose="020B0604020202020204"/>
              <a:ea typeface="Arial" panose="020B0604020202020204"/>
              <a:cs typeface="Arial" panose="020B0604020202020204"/>
              <a:sym typeface="Arial" panose="020B0604020202020204"/>
            </a:endParaRPr>
          </a:p>
        </p:txBody>
      </p:sp>
      <p:sp>
        <p:nvSpPr>
          <p:cNvPr id="140" name="Google Shape;140;p8"/>
          <p:cNvSpPr txBox="1"/>
          <p:nvPr>
            <p:ph type="body" idx="1"/>
          </p:nvPr>
        </p:nvSpPr>
        <p:spPr>
          <a:xfrm>
            <a:off x="555625" y="1286510"/>
            <a:ext cx="9841230" cy="4972050"/>
          </a:xfrm>
          <a:prstGeom prst="rect">
            <a:avLst/>
          </a:prstGeom>
          <a:noFill/>
          <a:ln>
            <a:noFill/>
          </a:ln>
        </p:spPr>
        <p:txBody>
          <a:bodyPr spcFirstLastPara="1" wrap="square" lIns="91425" tIns="45700" rIns="91425" bIns="45700" anchor="t" anchorCtr="0">
            <a:normAutofit lnSpcReduction="10000"/>
          </a:bodyPr>
          <a:lstStyle/>
          <a:p>
            <a:pPr marL="228600" lvl="0" indent="-228600" algn="just" rtl="0">
              <a:lnSpc>
                <a:spcPct val="90000"/>
              </a:lnSpc>
              <a:spcBef>
                <a:spcPts val="0"/>
              </a:spcBef>
              <a:spcAft>
                <a:spcPts val="0"/>
              </a:spcAft>
              <a:buClr>
                <a:srgbClr val="3F3F3F"/>
              </a:buClr>
              <a:buSzPts val="2000"/>
              <a:buChar char="•"/>
            </a:pPr>
            <a:r>
              <a:rPr lang="en-US" sz="2000"/>
              <a:t>¿Cómo realizar una instalación de librerías?</a:t>
            </a:r>
            <a:endParaRPr lang="en-US" sz="2000"/>
          </a:p>
          <a:p>
            <a:pPr marL="0" lvl="0" indent="0" algn="just" rtl="0">
              <a:lnSpc>
                <a:spcPct val="90000"/>
              </a:lnSpc>
              <a:spcBef>
                <a:spcPts val="1000"/>
              </a:spcBef>
              <a:spcAft>
                <a:spcPts val="0"/>
              </a:spcAft>
              <a:buClr>
                <a:srgbClr val="3F3F3F"/>
              </a:buClr>
              <a:buSzPts val="2000"/>
              <a:buNone/>
            </a:pPr>
            <a:r>
              <a:rPr lang="en-US" sz="2000"/>
              <a:t>Existe una página con todos los repositorios de las librerías esa página es PYPI:</a:t>
            </a:r>
            <a:endParaRPr lang="en-US" sz="2000"/>
          </a:p>
          <a:p>
            <a:pPr marL="0" lvl="0" indent="0" algn="just" rtl="0">
              <a:lnSpc>
                <a:spcPct val="90000"/>
              </a:lnSpc>
              <a:spcBef>
                <a:spcPts val="1000"/>
              </a:spcBef>
              <a:spcAft>
                <a:spcPts val="0"/>
              </a:spcAft>
              <a:buClr>
                <a:srgbClr val="3F3F3F"/>
              </a:buClr>
              <a:buSzPts val="2000"/>
              <a:buNone/>
            </a:pPr>
            <a:r>
              <a:rPr lang="en-US" sz="2000" u="sng">
                <a:solidFill>
                  <a:schemeClr val="hlink"/>
                </a:solidFill>
                <a:hlinkClick r:id="rId1"/>
              </a:rPr>
              <a:t>https://pypi.org/</a:t>
            </a:r>
            <a:endParaRPr lang="en-US" sz="2000" u="sng">
              <a:solidFill>
                <a:schemeClr val="hlink"/>
              </a:solidFill>
            </a:endParaRPr>
          </a:p>
          <a:p>
            <a:pPr marL="0" lvl="0" indent="0" algn="just" rtl="0">
              <a:lnSpc>
                <a:spcPct val="90000"/>
              </a:lnSpc>
              <a:spcBef>
                <a:spcPts val="1000"/>
              </a:spcBef>
              <a:spcAft>
                <a:spcPts val="0"/>
              </a:spcAft>
              <a:buClr>
                <a:srgbClr val="3F3F3F"/>
              </a:buClr>
              <a:buSzPts val="2000"/>
              <a:buNone/>
            </a:pPr>
            <a:endParaRPr sz="2000"/>
          </a:p>
          <a:p>
            <a:pPr marL="0" lvl="0" indent="0" algn="just" rtl="0">
              <a:lnSpc>
                <a:spcPct val="90000"/>
              </a:lnSpc>
              <a:spcBef>
                <a:spcPts val="1000"/>
              </a:spcBef>
              <a:spcAft>
                <a:spcPts val="0"/>
              </a:spcAft>
              <a:buClr>
                <a:srgbClr val="3F3F3F"/>
              </a:buClr>
              <a:buSzPts val="2000"/>
              <a:buNone/>
            </a:pPr>
            <a:endParaRPr sz="2000"/>
          </a:p>
          <a:p>
            <a:pPr marL="0" lvl="0" indent="0" algn="just" rtl="0">
              <a:lnSpc>
                <a:spcPct val="90000"/>
              </a:lnSpc>
              <a:spcBef>
                <a:spcPts val="1000"/>
              </a:spcBef>
              <a:spcAft>
                <a:spcPts val="0"/>
              </a:spcAft>
              <a:buClr>
                <a:srgbClr val="3F3F3F"/>
              </a:buClr>
              <a:buSzPts val="2000"/>
              <a:buNone/>
            </a:pPr>
            <a:endParaRPr sz="2000"/>
          </a:p>
          <a:p>
            <a:pPr marL="0" lvl="0" indent="0" algn="just" rtl="0">
              <a:lnSpc>
                <a:spcPct val="90000"/>
              </a:lnSpc>
              <a:spcBef>
                <a:spcPts val="1000"/>
              </a:spcBef>
              <a:spcAft>
                <a:spcPts val="0"/>
              </a:spcAft>
              <a:buClr>
                <a:srgbClr val="3F3F3F"/>
              </a:buClr>
              <a:buSzPts val="2000"/>
              <a:buNone/>
            </a:pPr>
            <a:endParaRPr sz="2000"/>
          </a:p>
          <a:p>
            <a:pPr marL="0" lvl="0" indent="0" algn="just" rtl="0">
              <a:lnSpc>
                <a:spcPct val="90000"/>
              </a:lnSpc>
              <a:spcBef>
                <a:spcPts val="1000"/>
              </a:spcBef>
              <a:spcAft>
                <a:spcPts val="0"/>
              </a:spcAft>
              <a:buClr>
                <a:srgbClr val="3F3F3F"/>
              </a:buClr>
              <a:buSzPts val="2000"/>
              <a:buNone/>
            </a:pPr>
            <a:endParaRPr sz="2000"/>
          </a:p>
          <a:p>
            <a:pPr marL="0" lvl="0" indent="0" algn="just" rtl="0">
              <a:lnSpc>
                <a:spcPct val="90000"/>
              </a:lnSpc>
              <a:spcBef>
                <a:spcPts val="1000"/>
              </a:spcBef>
              <a:spcAft>
                <a:spcPts val="0"/>
              </a:spcAft>
              <a:buClr>
                <a:srgbClr val="3F3F3F"/>
              </a:buClr>
              <a:buSzPts val="2000"/>
              <a:buNone/>
            </a:pPr>
            <a:endParaRPr sz="2000"/>
          </a:p>
          <a:p>
            <a:pPr marL="0" lvl="0" indent="0" algn="just" rtl="0">
              <a:lnSpc>
                <a:spcPct val="90000"/>
              </a:lnSpc>
              <a:spcBef>
                <a:spcPts val="1000"/>
              </a:spcBef>
              <a:spcAft>
                <a:spcPts val="0"/>
              </a:spcAft>
              <a:buClr>
                <a:srgbClr val="3F3F3F"/>
              </a:buClr>
              <a:buSzPts val="2000"/>
              <a:buNone/>
            </a:pPr>
            <a:endParaRPr sz="2000"/>
          </a:p>
          <a:p>
            <a:pPr marL="0" lvl="0" indent="0" algn="just" rtl="0">
              <a:lnSpc>
                <a:spcPct val="90000"/>
              </a:lnSpc>
              <a:spcBef>
                <a:spcPts val="1000"/>
              </a:spcBef>
              <a:spcAft>
                <a:spcPts val="0"/>
              </a:spcAft>
              <a:buClr>
                <a:srgbClr val="3F3F3F"/>
              </a:buClr>
              <a:buSzPts val="2000"/>
              <a:buNone/>
            </a:pPr>
            <a:endParaRPr sz="2000"/>
          </a:p>
          <a:p>
            <a:pPr marL="0" lvl="0" indent="0" algn="just" rtl="0">
              <a:lnSpc>
                <a:spcPct val="90000"/>
              </a:lnSpc>
              <a:spcBef>
                <a:spcPts val="1000"/>
              </a:spcBef>
              <a:spcAft>
                <a:spcPts val="0"/>
              </a:spcAft>
              <a:buClr>
                <a:srgbClr val="3F3F3F"/>
              </a:buClr>
              <a:buSzPts val="2000"/>
              <a:buNone/>
            </a:pPr>
            <a:r>
              <a:rPr lang="en-US" sz="2000"/>
              <a:t>En esta página podemos encontrar toda la información relativa a documentación, ejemplos, como instalar, versiones disponibles, etc.</a:t>
            </a:r>
            <a:endParaRPr lang="en-US" sz="2000"/>
          </a:p>
        </p:txBody>
      </p:sp>
      <p:pic>
        <p:nvPicPr>
          <p:cNvPr id="141" name="Google Shape;141;p8"/>
          <p:cNvPicPr preferRelativeResize="0"/>
          <p:nvPr/>
        </p:nvPicPr>
        <p:blipFill rotWithShape="1">
          <a:blip r:embed="rId2"/>
          <a:srcRect/>
          <a:stretch>
            <a:fillRect/>
          </a:stretch>
        </p:blipFill>
        <p:spPr>
          <a:xfrm>
            <a:off x="2332355" y="2426970"/>
            <a:ext cx="6701155" cy="285051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45" name="Shape 145"/>
        <p:cNvGrpSpPr/>
        <p:nvPr/>
      </p:nvGrpSpPr>
      <p:grpSpPr>
        <a:xfrm>
          <a:off x="0" y="0"/>
          <a:ext cx="0" cy="0"/>
          <a:chOff x="0" y="0"/>
          <a:chExt cx="0" cy="0"/>
        </a:xfrm>
      </p:grpSpPr>
      <p:sp>
        <p:nvSpPr>
          <p:cNvPr id="146" name="Google Shape;146;p9"/>
          <p:cNvSpPr txBox="1"/>
          <p:nvPr/>
        </p:nvSpPr>
        <p:spPr>
          <a:xfrm>
            <a:off x="555625" y="293370"/>
            <a:ext cx="10586720" cy="583565"/>
          </a:xfrm>
          <a:prstGeom prst="rect">
            <a:avLst/>
          </a:prstGeom>
          <a:noFill/>
          <a:ln>
            <a:noFill/>
          </a:ln>
        </p:spPr>
        <p:txBody>
          <a:bodyPr spcFirstLastPara="1" wrap="square" lIns="91425" tIns="45700" rIns="91425" bIns="45700" anchor="t" anchorCtr="0">
            <a:spAutoFit/>
            <a:scene3d>
              <a:camera prst="orthographicFront"/>
              <a:lightRig rig="threePt" dir="t"/>
            </a:scene3d>
          </a:bodyPr>
          <a:lstStyle/>
          <a:p>
            <a:pPr marL="0" marR="0" lvl="0" indent="0" algn="l" rtl="0">
              <a:spcBef>
                <a:spcPts val="0"/>
              </a:spcBef>
              <a:spcAft>
                <a:spcPts val="0"/>
              </a:spcAft>
              <a:buNone/>
            </a:pPr>
            <a:r>
              <a:rPr lang="en-US" sz="3200" b="1">
                <a:solidFill>
                  <a:schemeClr val="tx1"/>
                </a:solidFill>
                <a:effectLst>
                  <a:outerShdw blurRad="38100" dist="19050" dir="2700000" algn="tl" rotWithShape="0">
                    <a:schemeClr val="dk1">
                      <a:alpha val="40000"/>
                    </a:schemeClr>
                  </a:outerShdw>
                </a:effectLst>
                <a:latin typeface="Lato Black" panose="020F0502020204030203"/>
                <a:ea typeface="Lato Black" panose="020F0502020204030203"/>
                <a:cs typeface="Lato Black" panose="020F0502020204030203"/>
                <a:sym typeface="Lato Black" panose="020F0502020204030203"/>
              </a:rPr>
              <a:t>Python</a:t>
            </a:r>
            <a:endParaRPr lang="en-US" sz="3200" b="1">
              <a:solidFill>
                <a:schemeClr val="tx1"/>
              </a:solidFill>
              <a:effectLst>
                <a:outerShdw blurRad="38100" dist="19050" dir="2700000" algn="tl" rotWithShape="0">
                  <a:schemeClr val="dk1">
                    <a:alpha val="40000"/>
                  </a:schemeClr>
                </a:outerShdw>
              </a:effectLst>
              <a:latin typeface="Lato Black" panose="020F0502020204030203"/>
              <a:ea typeface="Lato Black" panose="020F0502020204030203"/>
              <a:cs typeface="Lato Black" panose="020F0502020204030203"/>
              <a:sym typeface="Lato Black" panose="020F0502020204030203"/>
            </a:endParaRPr>
          </a:p>
        </p:txBody>
      </p:sp>
      <p:sp>
        <p:nvSpPr>
          <p:cNvPr id="147" name="Google Shape;147;p9"/>
          <p:cNvSpPr txBox="1"/>
          <p:nvPr/>
        </p:nvSpPr>
        <p:spPr>
          <a:xfrm>
            <a:off x="109242" y="6540840"/>
            <a:ext cx="3032974" cy="228600"/>
          </a:xfrm>
          <a:prstGeom prst="rect">
            <a:avLst/>
          </a:prstGeom>
          <a:noFill/>
          <a:ln>
            <a:noFill/>
          </a:ln>
        </p:spPr>
        <p:txBody>
          <a:bodyPr spcFirstLastPara="1" wrap="square" lIns="45700" tIns="45700" rIns="45700" bIns="45700" anchor="t" anchorCtr="0">
            <a:spAutoFit/>
          </a:bodyPr>
          <a:lstStyle/>
          <a:p>
            <a:pPr marL="0" marR="0" lvl="0" indent="0" algn="l" rtl="0">
              <a:spcBef>
                <a:spcPts val="0"/>
              </a:spcBef>
              <a:spcAft>
                <a:spcPts val="0"/>
              </a:spcAft>
              <a:buNone/>
            </a:pPr>
            <a:r>
              <a:rPr lang="en-US" sz="900">
                <a:solidFill>
                  <a:schemeClr val="dk1"/>
                </a:solidFill>
                <a:latin typeface="Arial" panose="020B0604020202020204"/>
                <a:ea typeface="Arial" panose="020B0604020202020204"/>
                <a:cs typeface="Arial" panose="020B0604020202020204"/>
                <a:sym typeface="Arial" panose="020B0604020202020204"/>
              </a:rPr>
              <a:t>https://docs.python.org/es/3.8/tutorial/</a:t>
            </a:r>
            <a:endParaRPr sz="900">
              <a:solidFill>
                <a:schemeClr val="dk1"/>
              </a:solidFill>
              <a:latin typeface="Arial" panose="020B0604020202020204"/>
              <a:ea typeface="Arial" panose="020B0604020202020204"/>
              <a:cs typeface="Arial" panose="020B0604020202020204"/>
              <a:sym typeface="Arial" panose="020B0604020202020204"/>
            </a:endParaRPr>
          </a:p>
        </p:txBody>
      </p:sp>
      <p:sp>
        <p:nvSpPr>
          <p:cNvPr id="148" name="Google Shape;148;p9"/>
          <p:cNvSpPr txBox="1"/>
          <p:nvPr>
            <p:ph type="body" idx="1"/>
          </p:nvPr>
        </p:nvSpPr>
        <p:spPr>
          <a:xfrm>
            <a:off x="555625" y="1286510"/>
            <a:ext cx="5705475" cy="4972050"/>
          </a:xfrm>
          <a:prstGeom prst="rect">
            <a:avLst/>
          </a:prstGeom>
          <a:noFill/>
          <a:ln>
            <a:noFill/>
          </a:ln>
        </p:spPr>
        <p:txBody>
          <a:bodyPr spcFirstLastPara="1" wrap="square" lIns="91425" tIns="45700" rIns="91425" bIns="45700" anchor="t" anchorCtr="0">
            <a:normAutofit lnSpcReduction="20000"/>
          </a:bodyPr>
          <a:lstStyle/>
          <a:p>
            <a:pPr marL="0" lvl="0" indent="0" algn="l" rtl="0">
              <a:lnSpc>
                <a:spcPct val="90000"/>
              </a:lnSpc>
              <a:spcBef>
                <a:spcPts val="0"/>
              </a:spcBef>
              <a:spcAft>
                <a:spcPts val="0"/>
              </a:spcAft>
              <a:buClr>
                <a:srgbClr val="3F3F3F"/>
              </a:buClr>
              <a:buSzPts val="2000"/>
              <a:buNone/>
            </a:pPr>
            <a:r>
              <a:rPr lang="en-US" sz="2000"/>
              <a:t>¿Cómo realizar una instalación de librerías?</a:t>
            </a:r>
            <a:endParaRPr lang="en-US" sz="2000"/>
          </a:p>
          <a:p>
            <a:pPr marL="0" lvl="0" indent="0" algn="l" rtl="0">
              <a:lnSpc>
                <a:spcPct val="90000"/>
              </a:lnSpc>
              <a:spcBef>
                <a:spcPts val="0"/>
              </a:spcBef>
              <a:spcAft>
                <a:spcPts val="0"/>
              </a:spcAft>
              <a:buClr>
                <a:srgbClr val="3F3F3F"/>
              </a:buClr>
              <a:buSzPts val="2000"/>
              <a:buNone/>
            </a:pPr>
            <a:endParaRPr lang="en-US" sz="2000"/>
          </a:p>
          <a:p>
            <a:pPr marL="457200" lvl="0" indent="-457200" algn="l" rtl="0">
              <a:lnSpc>
                <a:spcPct val="90000"/>
              </a:lnSpc>
              <a:spcBef>
                <a:spcPts val="1000"/>
              </a:spcBef>
              <a:spcAft>
                <a:spcPts val="0"/>
              </a:spcAft>
              <a:buClr>
                <a:srgbClr val="3F3F3F"/>
              </a:buClr>
              <a:buSzPts val="2000"/>
              <a:buFont typeface="+mj-lt"/>
              <a:buAutoNum type="arabicPeriod"/>
            </a:pPr>
            <a:r>
              <a:rPr lang="en-US" sz="2000"/>
              <a:t>Para la realización de la instalación iremos a esa página y buscaremos la librería a instalar, copiaremos la instrucción para su instalación tal y como se indica en la imagen:</a:t>
            </a:r>
            <a:endParaRPr lang="en-US" sz="2000"/>
          </a:p>
          <a:p>
            <a:pPr marL="584200" lvl="0" indent="-457200" algn="l" rtl="0">
              <a:lnSpc>
                <a:spcPct val="90000"/>
              </a:lnSpc>
              <a:spcBef>
                <a:spcPts val="1000"/>
              </a:spcBef>
              <a:spcAft>
                <a:spcPts val="0"/>
              </a:spcAft>
              <a:buClr>
                <a:srgbClr val="3F3F3F"/>
              </a:buClr>
              <a:buSzPts val="2000"/>
              <a:buFont typeface="+mj-lt"/>
              <a:buAutoNum type="arabicPeriod"/>
            </a:pPr>
            <a:endParaRPr sz="2000"/>
          </a:p>
          <a:p>
            <a:pPr marL="457200" lvl="0" indent="-457200" algn="l" rtl="0">
              <a:lnSpc>
                <a:spcPct val="90000"/>
              </a:lnSpc>
              <a:spcBef>
                <a:spcPts val="1000"/>
              </a:spcBef>
              <a:spcAft>
                <a:spcPts val="0"/>
              </a:spcAft>
              <a:buClr>
                <a:srgbClr val="3F3F3F"/>
              </a:buClr>
              <a:buSzPts val="2000"/>
              <a:buFont typeface="+mj-lt"/>
              <a:buAutoNum type="arabicPeriod"/>
            </a:pPr>
            <a:r>
              <a:rPr lang="en-US" sz="2000"/>
              <a:t>Iremos a la cmd y pegaremos la instrucción y pulsaremos intro:</a:t>
            </a:r>
            <a:endParaRPr lang="en-US" sz="2000"/>
          </a:p>
          <a:p>
            <a:pPr marL="0" lvl="0" indent="0" algn="l" rtl="0">
              <a:lnSpc>
                <a:spcPct val="90000"/>
              </a:lnSpc>
              <a:spcBef>
                <a:spcPts val="1000"/>
              </a:spcBef>
              <a:spcAft>
                <a:spcPts val="0"/>
              </a:spcAft>
              <a:buClr>
                <a:srgbClr val="3F3F3F"/>
              </a:buClr>
              <a:buSzPts val="1600"/>
              <a:buFont typeface="+mj-lt"/>
              <a:buNone/>
            </a:pPr>
            <a:r>
              <a:rPr lang="en-US" sz="2000" i="1"/>
              <a:t>En algunos sistemas operativos se pide la instalación de pip, ya que aún no está instalada</a:t>
            </a:r>
            <a:endParaRPr lang="en-US" sz="2000" i="1"/>
          </a:p>
          <a:p>
            <a:pPr marL="584200" lvl="0" indent="-457200" algn="l" rtl="0">
              <a:lnSpc>
                <a:spcPct val="90000"/>
              </a:lnSpc>
              <a:spcBef>
                <a:spcPts val="1000"/>
              </a:spcBef>
              <a:spcAft>
                <a:spcPts val="0"/>
              </a:spcAft>
              <a:buClr>
                <a:srgbClr val="3F3F3F"/>
              </a:buClr>
              <a:buSzPts val="2000"/>
              <a:buFont typeface="+mj-lt"/>
              <a:buAutoNum type="arabicPeriod"/>
            </a:pPr>
            <a:endParaRPr sz="2000"/>
          </a:p>
          <a:p>
            <a:pPr marL="457200" lvl="0" indent="-457200" algn="l" rtl="0">
              <a:lnSpc>
                <a:spcPct val="90000"/>
              </a:lnSpc>
              <a:spcBef>
                <a:spcPts val="1000"/>
              </a:spcBef>
              <a:spcAft>
                <a:spcPts val="0"/>
              </a:spcAft>
              <a:buClr>
                <a:srgbClr val="3F3F3F"/>
              </a:buClr>
              <a:buSzPts val="2000"/>
              <a:buFont typeface="+mj-lt"/>
              <a:buAutoNum type="arabicPeriod" startAt="3"/>
            </a:pPr>
            <a:r>
              <a:rPr lang="en-US" sz="2000"/>
              <a:t>Veremos que nos a realizado con éxito la instalación.</a:t>
            </a:r>
            <a:br>
              <a:rPr lang="en-US" sz="2000"/>
            </a:br>
            <a:endParaRPr lang="en-US" sz="2000"/>
          </a:p>
          <a:p>
            <a:pPr marL="0" lvl="0" indent="0" algn="l" rtl="0">
              <a:lnSpc>
                <a:spcPct val="90000"/>
              </a:lnSpc>
              <a:spcBef>
                <a:spcPts val="1000"/>
              </a:spcBef>
              <a:spcAft>
                <a:spcPts val="0"/>
              </a:spcAft>
              <a:buClr>
                <a:srgbClr val="3F3F3F"/>
              </a:buClr>
              <a:buSzPts val="2000"/>
              <a:buNone/>
            </a:pPr>
            <a:endParaRPr sz="2000"/>
          </a:p>
        </p:txBody>
      </p:sp>
      <p:pic>
        <p:nvPicPr>
          <p:cNvPr id="149" name="Google Shape;149;p9"/>
          <p:cNvPicPr preferRelativeResize="0"/>
          <p:nvPr/>
        </p:nvPicPr>
        <p:blipFill rotWithShape="1">
          <a:blip r:embed="rId1"/>
          <a:srcRect/>
          <a:stretch>
            <a:fillRect/>
          </a:stretch>
        </p:blipFill>
        <p:spPr>
          <a:xfrm>
            <a:off x="6735445" y="876935"/>
            <a:ext cx="3707130" cy="2684145"/>
          </a:xfrm>
          <a:prstGeom prst="rect">
            <a:avLst/>
          </a:prstGeom>
          <a:noFill/>
          <a:ln>
            <a:noFill/>
          </a:ln>
        </p:spPr>
      </p:pic>
      <p:pic>
        <p:nvPicPr>
          <p:cNvPr id="150" name="Google Shape;150;p9"/>
          <p:cNvPicPr preferRelativeResize="0"/>
          <p:nvPr/>
        </p:nvPicPr>
        <p:blipFill rotWithShape="1">
          <a:blip r:embed="rId2"/>
          <a:srcRect/>
          <a:stretch>
            <a:fillRect/>
          </a:stretch>
        </p:blipFill>
        <p:spPr>
          <a:xfrm>
            <a:off x="6393815" y="3856990"/>
            <a:ext cx="5601335" cy="148844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54" name="Shape 154"/>
        <p:cNvGrpSpPr/>
        <p:nvPr/>
      </p:nvGrpSpPr>
      <p:grpSpPr>
        <a:xfrm>
          <a:off x="0" y="0"/>
          <a:ext cx="0" cy="0"/>
          <a:chOff x="0" y="0"/>
          <a:chExt cx="0" cy="0"/>
        </a:xfrm>
      </p:grpSpPr>
      <p:sp>
        <p:nvSpPr>
          <p:cNvPr id="155" name="Google Shape;155;p10"/>
          <p:cNvSpPr txBox="1"/>
          <p:nvPr>
            <p:ph type="body" idx="1"/>
          </p:nvPr>
        </p:nvSpPr>
        <p:spPr>
          <a:xfrm>
            <a:off x="547370" y="1369695"/>
            <a:ext cx="11167110" cy="5057775"/>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3F3F3F"/>
              </a:buClr>
              <a:buSzPts val="2000"/>
              <a:buChar char="•"/>
            </a:pPr>
            <a:r>
              <a:rPr lang="en-US" sz="2000" b="1"/>
              <a:t>Jupyter notebook: </a:t>
            </a:r>
            <a:r>
              <a:rPr lang="en-US" sz="2000" b="1" u="sng">
                <a:solidFill>
                  <a:schemeClr val="hlink"/>
                </a:solidFill>
                <a:hlinkClick r:id="rId1"/>
              </a:rPr>
              <a:t>https://jupyter.org/install</a:t>
            </a:r>
            <a:endParaRPr sz="2000" b="1"/>
          </a:p>
          <a:p>
            <a:pPr marL="0" lvl="0" indent="0" algn="l" rtl="0">
              <a:lnSpc>
                <a:spcPct val="90000"/>
              </a:lnSpc>
              <a:spcBef>
                <a:spcPts val="1000"/>
              </a:spcBef>
              <a:spcAft>
                <a:spcPts val="0"/>
              </a:spcAft>
              <a:buClr>
                <a:srgbClr val="3F3F3F"/>
              </a:buClr>
              <a:buSzPts val="2000"/>
              <a:buNone/>
            </a:pPr>
            <a:endParaRPr sz="2000" b="1"/>
          </a:p>
          <a:p>
            <a:pPr marL="0" lvl="0" indent="0" algn="l" rtl="0">
              <a:lnSpc>
                <a:spcPct val="90000"/>
              </a:lnSpc>
              <a:spcBef>
                <a:spcPts val="1000"/>
              </a:spcBef>
              <a:spcAft>
                <a:spcPts val="0"/>
              </a:spcAft>
              <a:buClr>
                <a:srgbClr val="3F3F3F"/>
              </a:buClr>
              <a:buSzPts val="2000"/>
              <a:buNone/>
            </a:pPr>
            <a:endParaRPr sz="2000" b="1"/>
          </a:p>
          <a:p>
            <a:pPr marL="0" lvl="0" indent="0" algn="l" rtl="0">
              <a:lnSpc>
                <a:spcPct val="90000"/>
              </a:lnSpc>
              <a:spcBef>
                <a:spcPts val="1000"/>
              </a:spcBef>
              <a:spcAft>
                <a:spcPts val="0"/>
              </a:spcAft>
              <a:buClr>
                <a:srgbClr val="3F3F3F"/>
              </a:buClr>
              <a:buSzPts val="2000"/>
              <a:buNone/>
            </a:pPr>
            <a:endParaRPr sz="2000" b="1"/>
          </a:p>
          <a:p>
            <a:pPr marL="228600" lvl="0" indent="-101600" algn="l" rtl="0">
              <a:lnSpc>
                <a:spcPct val="90000"/>
              </a:lnSpc>
              <a:spcBef>
                <a:spcPts val="1000"/>
              </a:spcBef>
              <a:spcAft>
                <a:spcPts val="0"/>
              </a:spcAft>
              <a:buClr>
                <a:srgbClr val="3F3F3F"/>
              </a:buClr>
              <a:buSzPts val="2000"/>
              <a:buNone/>
            </a:pPr>
            <a:endParaRPr sz="2000" b="1"/>
          </a:p>
          <a:p>
            <a:pPr marL="228600" lvl="0" indent="-101600" algn="l" rtl="0">
              <a:lnSpc>
                <a:spcPct val="90000"/>
              </a:lnSpc>
              <a:spcBef>
                <a:spcPts val="1000"/>
              </a:spcBef>
              <a:spcAft>
                <a:spcPts val="0"/>
              </a:spcAft>
              <a:buClr>
                <a:srgbClr val="3F3F3F"/>
              </a:buClr>
              <a:buSzPts val="2000"/>
              <a:buNone/>
            </a:pPr>
            <a:endParaRPr sz="2000" b="1"/>
          </a:p>
          <a:p>
            <a:pPr marL="228600" lvl="0" indent="-101600" algn="l" rtl="0">
              <a:lnSpc>
                <a:spcPct val="90000"/>
              </a:lnSpc>
              <a:spcBef>
                <a:spcPts val="1000"/>
              </a:spcBef>
              <a:spcAft>
                <a:spcPts val="0"/>
              </a:spcAft>
              <a:buClr>
                <a:srgbClr val="3F3F3F"/>
              </a:buClr>
              <a:buSzPts val="2000"/>
              <a:buNone/>
            </a:pPr>
            <a:endParaRPr sz="2000" b="1"/>
          </a:p>
          <a:p>
            <a:pPr marL="228600" lvl="0" indent="-101600" algn="l" rtl="0">
              <a:lnSpc>
                <a:spcPct val="90000"/>
              </a:lnSpc>
              <a:spcBef>
                <a:spcPts val="1000"/>
              </a:spcBef>
              <a:spcAft>
                <a:spcPts val="0"/>
              </a:spcAft>
              <a:buClr>
                <a:srgbClr val="3F3F3F"/>
              </a:buClr>
              <a:buSzPts val="2000"/>
              <a:buNone/>
            </a:pPr>
            <a:endParaRPr sz="2000" b="1"/>
          </a:p>
          <a:p>
            <a:pPr marL="228600" lvl="0" indent="-101600" algn="l" rtl="0">
              <a:lnSpc>
                <a:spcPct val="90000"/>
              </a:lnSpc>
              <a:spcBef>
                <a:spcPts val="1000"/>
              </a:spcBef>
              <a:spcAft>
                <a:spcPts val="0"/>
              </a:spcAft>
              <a:buClr>
                <a:srgbClr val="3F3F3F"/>
              </a:buClr>
              <a:buSzPts val="2000"/>
              <a:buNone/>
            </a:pPr>
            <a:endParaRPr sz="2000"/>
          </a:p>
        </p:txBody>
      </p:sp>
      <p:sp>
        <p:nvSpPr>
          <p:cNvPr id="156" name="Google Shape;156;p10"/>
          <p:cNvSpPr txBox="1"/>
          <p:nvPr/>
        </p:nvSpPr>
        <p:spPr>
          <a:xfrm>
            <a:off x="647700" y="344170"/>
            <a:ext cx="10586720" cy="583565"/>
          </a:xfrm>
          <a:prstGeom prst="rect">
            <a:avLst/>
          </a:prstGeom>
          <a:noFill/>
          <a:ln>
            <a:noFill/>
          </a:ln>
        </p:spPr>
        <p:txBody>
          <a:bodyPr spcFirstLastPara="1" wrap="square" lIns="91425" tIns="45700" rIns="91425" bIns="45700" anchor="t" anchorCtr="0">
            <a:spAutoFit/>
            <a:scene3d>
              <a:camera prst="orthographicFront"/>
              <a:lightRig rig="threePt" dir="t"/>
            </a:scene3d>
          </a:bodyPr>
          <a:lstStyle/>
          <a:p>
            <a:pPr marL="0" marR="0" lvl="0" indent="0" algn="l" rtl="0">
              <a:spcBef>
                <a:spcPts val="0"/>
              </a:spcBef>
              <a:spcAft>
                <a:spcPts val="0"/>
              </a:spcAft>
              <a:buNone/>
            </a:pPr>
            <a:r>
              <a:rPr lang="en-US" sz="3200" b="1">
                <a:solidFill>
                  <a:schemeClr val="tx1"/>
                </a:solidFill>
                <a:effectLst>
                  <a:outerShdw blurRad="38100" dist="19050" dir="2700000" algn="tl" rotWithShape="0">
                    <a:schemeClr val="dk1">
                      <a:alpha val="40000"/>
                    </a:schemeClr>
                  </a:outerShdw>
                </a:effectLst>
                <a:latin typeface="Lato Black" panose="020F0502020204030203"/>
                <a:ea typeface="Lato Black" panose="020F0502020204030203"/>
                <a:cs typeface="Lato Black" panose="020F0502020204030203"/>
                <a:sym typeface="Lato Black" panose="020F0502020204030203"/>
              </a:rPr>
              <a:t>Instalaciones necesarias</a:t>
            </a:r>
            <a:endParaRPr lang="en-US" sz="3200" b="1">
              <a:solidFill>
                <a:schemeClr val="tx1"/>
              </a:solidFill>
              <a:effectLst>
                <a:outerShdw blurRad="38100" dist="19050" dir="2700000" algn="tl" rotWithShape="0">
                  <a:schemeClr val="dk1">
                    <a:alpha val="40000"/>
                  </a:schemeClr>
                </a:outerShdw>
              </a:effectLst>
              <a:latin typeface="Lato Black" panose="020F0502020204030203"/>
              <a:ea typeface="Lato Black" panose="020F0502020204030203"/>
              <a:cs typeface="Lato Black" panose="020F0502020204030203"/>
              <a:sym typeface="Lato Black" panose="020F0502020204030203"/>
            </a:endParaRPr>
          </a:p>
        </p:txBody>
      </p:sp>
      <p:pic>
        <p:nvPicPr>
          <p:cNvPr id="157" name="Google Shape;157;p10"/>
          <p:cNvPicPr preferRelativeResize="0"/>
          <p:nvPr/>
        </p:nvPicPr>
        <p:blipFill rotWithShape="1">
          <a:blip r:embed="rId2"/>
          <a:srcRect/>
          <a:stretch>
            <a:fillRect/>
          </a:stretch>
        </p:blipFill>
        <p:spPr>
          <a:xfrm>
            <a:off x="2423795" y="2757805"/>
            <a:ext cx="7343775" cy="2305050"/>
          </a:xfrm>
          <a:prstGeom prst="rect">
            <a:avLst/>
          </a:prstGeom>
          <a:noFill/>
          <a:ln>
            <a:noFill/>
          </a:ln>
        </p:spPr>
      </p:pic>
      <p:pic>
        <p:nvPicPr>
          <p:cNvPr id="3" name="Picture 2"/>
          <p:cNvPicPr>
            <a:picLocks noChangeAspect="1"/>
          </p:cNvPicPr>
          <p:nvPr/>
        </p:nvPicPr>
        <p:blipFill>
          <a:blip r:embed="rId3"/>
          <a:stretch>
            <a:fillRect/>
          </a:stretch>
        </p:blipFill>
        <p:spPr>
          <a:xfrm>
            <a:off x="6649720" y="1249680"/>
            <a:ext cx="2345690" cy="63309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54" name="Shape 154"/>
        <p:cNvGrpSpPr/>
        <p:nvPr/>
      </p:nvGrpSpPr>
      <p:grpSpPr>
        <a:xfrm>
          <a:off x="0" y="0"/>
          <a:ext cx="0" cy="0"/>
          <a:chOff x="0" y="0"/>
          <a:chExt cx="0" cy="0"/>
        </a:xfrm>
      </p:grpSpPr>
      <p:sp>
        <p:nvSpPr>
          <p:cNvPr id="155" name="Google Shape;155;p10"/>
          <p:cNvSpPr txBox="1"/>
          <p:nvPr>
            <p:ph type="body" idx="1"/>
          </p:nvPr>
        </p:nvSpPr>
        <p:spPr>
          <a:xfrm>
            <a:off x="547370" y="1369695"/>
            <a:ext cx="11167110" cy="5057775"/>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3F3F3F"/>
              </a:buClr>
              <a:buSzPts val="2000"/>
              <a:buChar char="•"/>
            </a:pPr>
            <a:r>
              <a:rPr lang="es-ES_tradnl" altLang="en-US" sz="2000" b="1"/>
              <a:t>Visual Studio Code</a:t>
            </a:r>
            <a:r>
              <a:rPr lang="en-US" sz="2000" b="1"/>
              <a:t>: </a:t>
            </a:r>
            <a:r>
              <a:rPr lang="en-US" sz="2000" b="1" u="sng">
                <a:solidFill>
                  <a:schemeClr val="hlink"/>
                </a:solidFill>
                <a:hlinkClick r:id="rId1"/>
              </a:rPr>
              <a:t>https://code.visualstudio.com/download</a:t>
            </a:r>
            <a:endParaRPr lang="en-US" sz="2000" b="1" u="sng">
              <a:solidFill>
                <a:schemeClr val="hlink"/>
              </a:solidFill>
            </a:endParaRPr>
          </a:p>
          <a:p>
            <a:pPr marL="0" lvl="0" indent="0" algn="l" rtl="0">
              <a:lnSpc>
                <a:spcPct val="90000"/>
              </a:lnSpc>
              <a:spcBef>
                <a:spcPts val="1000"/>
              </a:spcBef>
              <a:spcAft>
                <a:spcPts val="0"/>
              </a:spcAft>
              <a:buClr>
                <a:srgbClr val="3F3F3F"/>
              </a:buClr>
              <a:buSzPts val="2000"/>
              <a:buNone/>
            </a:pPr>
            <a:endParaRPr sz="2000" b="1"/>
          </a:p>
          <a:p>
            <a:pPr marL="0" lvl="0" indent="0" algn="l" rtl="0">
              <a:lnSpc>
                <a:spcPct val="90000"/>
              </a:lnSpc>
              <a:spcBef>
                <a:spcPts val="1000"/>
              </a:spcBef>
              <a:spcAft>
                <a:spcPts val="0"/>
              </a:spcAft>
              <a:buClr>
                <a:srgbClr val="3F3F3F"/>
              </a:buClr>
              <a:buSzPts val="2000"/>
              <a:buNone/>
            </a:pPr>
            <a:endParaRPr sz="2000" b="1"/>
          </a:p>
          <a:p>
            <a:pPr marL="0" lvl="0" indent="0" algn="l" rtl="0">
              <a:lnSpc>
                <a:spcPct val="90000"/>
              </a:lnSpc>
              <a:spcBef>
                <a:spcPts val="1000"/>
              </a:spcBef>
              <a:spcAft>
                <a:spcPts val="0"/>
              </a:spcAft>
              <a:buClr>
                <a:srgbClr val="3F3F3F"/>
              </a:buClr>
              <a:buSzPts val="2000"/>
              <a:buNone/>
            </a:pPr>
            <a:endParaRPr sz="2000" b="1"/>
          </a:p>
          <a:p>
            <a:pPr marL="228600" lvl="0" indent="-101600" algn="l" rtl="0">
              <a:lnSpc>
                <a:spcPct val="90000"/>
              </a:lnSpc>
              <a:spcBef>
                <a:spcPts val="1000"/>
              </a:spcBef>
              <a:spcAft>
                <a:spcPts val="0"/>
              </a:spcAft>
              <a:buClr>
                <a:srgbClr val="3F3F3F"/>
              </a:buClr>
              <a:buSzPts val="2000"/>
              <a:buNone/>
            </a:pPr>
            <a:endParaRPr sz="2000" b="1"/>
          </a:p>
          <a:p>
            <a:pPr marL="228600" lvl="0" indent="-101600" algn="l" rtl="0">
              <a:lnSpc>
                <a:spcPct val="90000"/>
              </a:lnSpc>
              <a:spcBef>
                <a:spcPts val="1000"/>
              </a:spcBef>
              <a:spcAft>
                <a:spcPts val="0"/>
              </a:spcAft>
              <a:buClr>
                <a:srgbClr val="3F3F3F"/>
              </a:buClr>
              <a:buSzPts val="2000"/>
              <a:buNone/>
            </a:pPr>
            <a:endParaRPr sz="2000" b="1"/>
          </a:p>
          <a:p>
            <a:pPr marL="228600" lvl="0" indent="-101600" algn="l" rtl="0">
              <a:lnSpc>
                <a:spcPct val="90000"/>
              </a:lnSpc>
              <a:spcBef>
                <a:spcPts val="1000"/>
              </a:spcBef>
              <a:spcAft>
                <a:spcPts val="0"/>
              </a:spcAft>
              <a:buClr>
                <a:srgbClr val="3F3F3F"/>
              </a:buClr>
              <a:buSzPts val="2000"/>
              <a:buNone/>
            </a:pPr>
            <a:endParaRPr sz="2000" b="1"/>
          </a:p>
          <a:p>
            <a:pPr marL="228600" lvl="0" indent="-101600" algn="l" rtl="0">
              <a:lnSpc>
                <a:spcPct val="90000"/>
              </a:lnSpc>
              <a:spcBef>
                <a:spcPts val="1000"/>
              </a:spcBef>
              <a:spcAft>
                <a:spcPts val="0"/>
              </a:spcAft>
              <a:buClr>
                <a:srgbClr val="3F3F3F"/>
              </a:buClr>
              <a:buSzPts val="2000"/>
              <a:buNone/>
            </a:pPr>
            <a:endParaRPr sz="2000" b="1"/>
          </a:p>
          <a:p>
            <a:pPr marL="228600" lvl="0" indent="-101600" algn="l" rtl="0">
              <a:lnSpc>
                <a:spcPct val="90000"/>
              </a:lnSpc>
              <a:spcBef>
                <a:spcPts val="1000"/>
              </a:spcBef>
              <a:spcAft>
                <a:spcPts val="0"/>
              </a:spcAft>
              <a:buClr>
                <a:srgbClr val="3F3F3F"/>
              </a:buClr>
              <a:buSzPts val="2000"/>
              <a:buNone/>
            </a:pPr>
            <a:endParaRPr sz="2000"/>
          </a:p>
        </p:txBody>
      </p:sp>
      <p:sp>
        <p:nvSpPr>
          <p:cNvPr id="156" name="Google Shape;156;p10"/>
          <p:cNvSpPr txBox="1"/>
          <p:nvPr/>
        </p:nvSpPr>
        <p:spPr>
          <a:xfrm>
            <a:off x="647700" y="344170"/>
            <a:ext cx="10586720" cy="583565"/>
          </a:xfrm>
          <a:prstGeom prst="rect">
            <a:avLst/>
          </a:prstGeom>
          <a:noFill/>
          <a:ln>
            <a:noFill/>
          </a:ln>
        </p:spPr>
        <p:txBody>
          <a:bodyPr spcFirstLastPara="1" wrap="square" lIns="91425" tIns="45700" rIns="91425" bIns="45700" anchor="t" anchorCtr="0">
            <a:spAutoFit/>
            <a:scene3d>
              <a:camera prst="orthographicFront"/>
              <a:lightRig rig="threePt" dir="t"/>
            </a:scene3d>
          </a:bodyPr>
          <a:lstStyle/>
          <a:p>
            <a:pPr marL="0" marR="0" lvl="0" indent="0" algn="l" rtl="0">
              <a:spcBef>
                <a:spcPts val="0"/>
              </a:spcBef>
              <a:spcAft>
                <a:spcPts val="0"/>
              </a:spcAft>
              <a:buNone/>
            </a:pPr>
            <a:r>
              <a:rPr lang="en-US" sz="3200" b="1">
                <a:solidFill>
                  <a:schemeClr val="tx1"/>
                </a:solidFill>
                <a:effectLst>
                  <a:outerShdw blurRad="38100" dist="19050" dir="2700000" algn="tl" rotWithShape="0">
                    <a:schemeClr val="dk1">
                      <a:alpha val="40000"/>
                    </a:schemeClr>
                  </a:outerShdw>
                </a:effectLst>
                <a:latin typeface="Lato Black" panose="020F0502020204030203"/>
                <a:ea typeface="Lato Black" panose="020F0502020204030203"/>
                <a:cs typeface="Lato Black" panose="020F0502020204030203"/>
                <a:sym typeface="Lato Black" panose="020F0502020204030203"/>
              </a:rPr>
              <a:t>Instalaciones necesarias</a:t>
            </a:r>
            <a:endParaRPr lang="en-US" sz="3200" b="1">
              <a:solidFill>
                <a:schemeClr val="tx1"/>
              </a:solidFill>
              <a:effectLst>
                <a:outerShdw blurRad="38100" dist="19050" dir="2700000" algn="tl" rotWithShape="0">
                  <a:schemeClr val="dk1">
                    <a:alpha val="40000"/>
                  </a:schemeClr>
                </a:outerShdw>
              </a:effectLst>
              <a:latin typeface="Lato Black" panose="020F0502020204030203"/>
              <a:ea typeface="Lato Black" panose="020F0502020204030203"/>
              <a:cs typeface="Lato Black" panose="020F0502020204030203"/>
              <a:sym typeface="Lato Black" panose="020F0502020204030203"/>
            </a:endParaRPr>
          </a:p>
        </p:txBody>
      </p:sp>
      <p:pic>
        <p:nvPicPr>
          <p:cNvPr id="1" name="Picture 0"/>
          <p:cNvPicPr>
            <a:picLocks noChangeAspect="1"/>
          </p:cNvPicPr>
          <p:nvPr/>
        </p:nvPicPr>
        <p:blipFill>
          <a:blip r:embed="rId2"/>
          <a:stretch>
            <a:fillRect/>
          </a:stretch>
        </p:blipFill>
        <p:spPr>
          <a:xfrm>
            <a:off x="2187575" y="2297430"/>
            <a:ext cx="6573520" cy="413004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p:nvPr>
            <p:ph type="title"/>
          </p:nvPr>
        </p:nvSpPr>
        <p:spPr/>
        <p:txBody>
          <a:bodyPr/>
          <a:p>
            <a:endParaRPr lang="en-US"/>
          </a:p>
        </p:txBody>
      </p:sp>
      <p:sp>
        <p:nvSpPr>
          <p:cNvPr id="3" name="Text Placeholder 2"/>
          <p:cNvSpPr/>
          <p:nvPr>
            <p:ph type="body" idx="1"/>
          </p:nvPr>
        </p:nvSpPr>
        <p:spPr/>
        <p:txBody>
          <a:bodyPr/>
          <a:p>
            <a:endParaRPr lang="en-US"/>
          </a:p>
        </p:txBody>
      </p:sp>
      <p:pic>
        <p:nvPicPr>
          <p:cNvPr id="4" name="Picture 3"/>
          <p:cNvPicPr>
            <a:picLocks noChangeAspect="1"/>
          </p:cNvPicPr>
          <p:nvPr/>
        </p:nvPicPr>
        <p:blipFill>
          <a:blip r:embed="rId1"/>
          <a:stretch>
            <a:fillRect/>
          </a:stretch>
        </p:blipFill>
        <p:spPr>
          <a:xfrm>
            <a:off x="0" y="0"/>
            <a:ext cx="12200890" cy="6858000"/>
          </a:xfrm>
          <a:prstGeom prst="rect">
            <a:avLst/>
          </a:prstGeom>
        </p:spPr>
      </p:pic>
      <p:sp>
        <p:nvSpPr>
          <p:cNvPr id="103" name="Google Shape;103;p4"/>
          <p:cNvSpPr txBox="1"/>
          <p:nvPr/>
        </p:nvSpPr>
        <p:spPr>
          <a:xfrm>
            <a:off x="9832362" y="6551000"/>
            <a:ext cx="3032974" cy="230828"/>
          </a:xfrm>
          <a:prstGeom prst="rect">
            <a:avLst/>
          </a:prstGeom>
          <a:noFill/>
          <a:ln>
            <a:noFill/>
          </a:ln>
        </p:spPr>
        <p:txBody>
          <a:bodyPr spcFirstLastPara="1" wrap="square" lIns="45700" tIns="45700" rIns="45700" bIns="45700" anchor="t" anchorCtr="0">
            <a:spAutoFit/>
          </a:bodyPr>
          <a:p>
            <a:pPr marL="0" marR="0" lvl="0" indent="0" algn="l" rtl="0">
              <a:spcBef>
                <a:spcPts val="0"/>
              </a:spcBef>
              <a:spcAft>
                <a:spcPts val="0"/>
              </a:spcAft>
              <a:buNone/>
            </a:pPr>
            <a:r>
              <a:rPr lang="en-US" sz="900">
                <a:solidFill>
                  <a:schemeClr val="bg1"/>
                </a:solidFill>
                <a:latin typeface="Arial" panose="020B0604020202020204"/>
                <a:ea typeface="Arial" panose="020B0604020202020204"/>
                <a:cs typeface="Arial" panose="020B0604020202020204"/>
                <a:sym typeface="Arial" panose="020B0604020202020204"/>
              </a:rPr>
              <a:t>Imágenes procedentes de pixabay</a:t>
            </a:r>
            <a:endParaRPr lang="en-US" sz="900">
              <a:solidFill>
                <a:schemeClr val="bg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theme/theme1.xml><?xml version="1.0" encoding="utf-8"?>
<a:theme xmlns:a="http://schemas.openxmlformats.org/drawingml/2006/main" name="Blue Waves">
  <a:themeElements>
    <a:clrScheme name="Blue Waves 13">
      <a:dk1>
        <a:srgbClr val="000000"/>
      </a:dk1>
      <a:lt1>
        <a:srgbClr val="FFFFFF"/>
      </a:lt1>
      <a:dk2>
        <a:srgbClr val="000000"/>
      </a:dk2>
      <a:lt2>
        <a:srgbClr val="969696"/>
      </a:lt2>
      <a:accent1>
        <a:srgbClr val="0066CC"/>
      </a:accent1>
      <a:accent2>
        <a:srgbClr val="3399FF"/>
      </a:accent2>
      <a:accent3>
        <a:srgbClr val="FFFFFF"/>
      </a:accent3>
      <a:accent4>
        <a:srgbClr val="000000"/>
      </a:accent4>
      <a:accent5>
        <a:srgbClr val="AAB8E2"/>
      </a:accent5>
      <a:accent6>
        <a:srgbClr val="2D8AE7"/>
      </a:accent6>
      <a:hlink>
        <a:srgbClr val="CC3300"/>
      </a:hlink>
      <a:folHlink>
        <a:srgbClr val="996600"/>
      </a:folHlink>
    </a:clrScheme>
    <a:fontScheme name="Blue Waves">
      <a:majorFont>
        <a:latin typeface="Arial"/>
        <a:ea typeface="SimSun"/>
        <a:cs typeface=""/>
      </a:majorFont>
      <a:minorFont>
        <a:latin typeface="Arial"/>
        <a:ea typeface="SimSun"/>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spDef>
    <a:ln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lnDef>
  </a:objectDefaults>
  <a:extraClrSchemeLst>
    <a:extraClrScheme>
      <a:clrScheme name="Blue Waves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ue Waves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ue Waves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ue Waves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ue Waves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ue Waves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ue Waves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ue Waves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ue Waves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ue Waves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ue Waves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ue Waves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Blue Waves 13">
        <a:dk1>
          <a:srgbClr val="000000"/>
        </a:dk1>
        <a:lt1>
          <a:srgbClr val="FFFFFF"/>
        </a:lt1>
        <a:dk2>
          <a:srgbClr val="000000"/>
        </a:dk2>
        <a:lt2>
          <a:srgbClr val="969696"/>
        </a:lt2>
        <a:accent1>
          <a:srgbClr val="0066CC"/>
        </a:accent1>
        <a:accent2>
          <a:srgbClr val="3399FF"/>
        </a:accent2>
        <a:accent3>
          <a:srgbClr val="FFFFFF"/>
        </a:accent3>
        <a:accent4>
          <a:srgbClr val="000000"/>
        </a:accent4>
        <a:accent5>
          <a:srgbClr val="AAB8E2"/>
        </a:accent5>
        <a:accent6>
          <a:srgbClr val="2D8AE7"/>
        </a:accent6>
        <a:hlink>
          <a:srgbClr val="CC3300"/>
        </a:hlink>
        <a:folHlink>
          <a:srgbClr val="9966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4566</Words>
  <Application>WPS Presentation</Application>
  <PresentationFormat/>
  <Paragraphs>156</Paragraphs>
  <Slides>14</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14</vt:i4>
      </vt:variant>
    </vt:vector>
  </HeadingPairs>
  <TitlesOfParts>
    <vt:vector size="24" baseType="lpstr">
      <vt:lpstr>Arial</vt:lpstr>
      <vt:lpstr>SimSun</vt:lpstr>
      <vt:lpstr>Wingdings</vt:lpstr>
      <vt:lpstr>Arial</vt:lpstr>
      <vt:lpstr>Lato Black</vt:lpstr>
      <vt:lpstr>Wingdings</vt:lpstr>
      <vt:lpstr>微软雅黑</vt:lpstr>
      <vt:lpstr>Arial Unicode MS</vt:lpstr>
      <vt:lpstr>Times New Roman</vt:lpstr>
      <vt:lpstr>Blue Waves</vt:lpstr>
      <vt:lpstr>Python – Nivel Básico </vt:lpstr>
      <vt:lpstr>Contenido</vt:lpstr>
      <vt:lpstr>PowerPoint 演示文稿</vt:lpstr>
      <vt:lpstr>PowerPoint 演示文稿</vt:lpstr>
      <vt:lpstr>PowerPoint 演示文稿</vt:lpstr>
      <vt:lpstr>PowerPoint 演示文稿</vt:lpstr>
      <vt:lpstr>PowerPoint 演示文稿</vt:lpstr>
      <vt:lpstr>Instalaciones necesarias</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isabel</dc:creator>
  <cp:lastModifiedBy>isabelmaniega</cp:lastModifiedBy>
  <cp:revision>52</cp:revision>
  <dcterms:created xsi:type="dcterms:W3CDTF">2026-09-21T12:27:48Z</dcterms:created>
  <dcterms:modified xsi:type="dcterms:W3CDTF">2026-09-21T12:27:48Z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1033-11.1.0.9505</vt:lpwstr>
  </property>
</Properties>
</file>